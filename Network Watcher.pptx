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0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44440"/>
            <a:ext cx="4111920" cy="23785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3" name="Google Shape;11;p2"/>
          <p:cNvSpPr/>
          <p:nvPr/>
        </p:nvSpPr>
        <p:spPr>
          <a:xfrm rot="10800000">
            <a:off x="-1604160" y="-844560"/>
            <a:ext cx="3281040" cy="2132280"/>
          </a:xfrm>
          <a:custGeom>
            <a:avLst/>
            <a:gdLst>
              <a:gd name="textAreaLeft" fmla="*/ 0 w 3281040"/>
              <a:gd name="textAreaRight" fmla="*/ 3281400 w 3281040"/>
              <a:gd name="textAreaTop" fmla="*/ 0 h 2132280"/>
              <a:gd name="textAreaBottom" fmla="*/ 2132640 h 213228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2;p2"/>
          <p:cNvSpPr/>
          <p:nvPr/>
        </p:nvSpPr>
        <p:spPr>
          <a:xfrm rot="11700000" flipH="1">
            <a:off x="-1514520" y="4121280"/>
            <a:ext cx="3953160" cy="1921320"/>
          </a:xfrm>
          <a:custGeom>
            <a:avLst/>
            <a:gdLst>
              <a:gd name="textAreaLeft" fmla="*/ -360 w 3953160"/>
              <a:gd name="textAreaRight" fmla="*/ 3953160 w 39531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11800" y="1032840"/>
            <a:ext cx="2804040" cy="10065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7" name="PlaceHolder 2"/>
          <p:cNvSpPr>
            <a:spLocks noGrp="1"/>
          </p:cNvSpPr>
          <p:nvPr>
            <p:ph type="body"/>
          </p:nvPr>
        </p:nvSpPr>
        <p:spPr>
          <a:xfrm>
            <a:off x="5668920" y="1076400"/>
            <a:ext cx="2990160" cy="299016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8" name="Google Shape;347;p14"/>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348;p14"/>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 name="Google Shape;349;p14"/>
          <p:cNvGrpSpPr/>
          <p:nvPr/>
        </p:nvGrpSpPr>
        <p:grpSpPr>
          <a:xfrm>
            <a:off x="65160" y="4372920"/>
            <a:ext cx="877680" cy="654480"/>
            <a:chOff x="65160" y="4372920"/>
            <a:chExt cx="877680" cy="654480"/>
          </a:xfrm>
        </p:grpSpPr>
        <p:grpSp>
          <p:nvGrpSpPr>
            <p:cNvPr id="11" name="Google Shape;350;p14"/>
            <p:cNvGrpSpPr/>
            <p:nvPr/>
          </p:nvGrpSpPr>
          <p:grpSpPr>
            <a:xfrm>
              <a:off x="65160" y="4372920"/>
              <a:ext cx="877680" cy="654480"/>
              <a:chOff x="65160" y="4372920"/>
              <a:chExt cx="877680" cy="654480"/>
            </a:xfrm>
          </p:grpSpPr>
          <p:sp>
            <p:nvSpPr>
              <p:cNvPr id="12" name="Google Shape;351;p1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352;p1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353;p1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 name="Google Shape;354;p1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013840" y="840960"/>
            <a:ext cx="5115960" cy="1390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7" name="Google Shape;358;p15"/>
          <p:cNvSpPr/>
          <p:nvPr/>
        </p:nvSpPr>
        <p:spPr>
          <a:xfrm rot="9076800" flipH="1">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 name="Google Shape;359;p15"/>
          <p:cNvGrpSpPr/>
          <p:nvPr/>
        </p:nvGrpSpPr>
        <p:grpSpPr>
          <a:xfrm>
            <a:off x="682920" y="4696560"/>
            <a:ext cx="325440" cy="404280"/>
            <a:chOff x="682920" y="4696560"/>
            <a:chExt cx="325440" cy="404280"/>
          </a:xfrm>
        </p:grpSpPr>
        <p:sp>
          <p:nvSpPr>
            <p:cNvPr id="19" name="Google Shape;360;p15"/>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 name="Google Shape;361;p15"/>
            <p:cNvGrpSpPr/>
            <p:nvPr/>
          </p:nvGrpSpPr>
          <p:grpSpPr>
            <a:xfrm>
              <a:off x="715680" y="4719960"/>
              <a:ext cx="122760" cy="30600"/>
              <a:chOff x="715680" y="4719960"/>
              <a:chExt cx="122760" cy="30600"/>
            </a:xfrm>
          </p:grpSpPr>
          <p:sp>
            <p:nvSpPr>
              <p:cNvPr id="21" name="Google Shape;362;p15"/>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63;p15"/>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364;p15"/>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4" name="Google Shape;365;p15"/>
          <p:cNvGrpSpPr/>
          <p:nvPr/>
        </p:nvGrpSpPr>
        <p:grpSpPr>
          <a:xfrm>
            <a:off x="713520" y="4774680"/>
            <a:ext cx="268560" cy="280440"/>
            <a:chOff x="713520" y="4774680"/>
            <a:chExt cx="268560" cy="280440"/>
          </a:xfrm>
        </p:grpSpPr>
        <p:sp>
          <p:nvSpPr>
            <p:cNvPr id="25" name="Google Shape;366;p15"/>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367;p15"/>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 name="Google Shape;368;p15"/>
          <p:cNvGrpSpPr/>
          <p:nvPr/>
        </p:nvGrpSpPr>
        <p:grpSpPr>
          <a:xfrm>
            <a:off x="96120" y="4469400"/>
            <a:ext cx="354960" cy="643680"/>
            <a:chOff x="96120" y="4469400"/>
            <a:chExt cx="354960" cy="643680"/>
          </a:xfrm>
        </p:grpSpPr>
        <p:grpSp>
          <p:nvGrpSpPr>
            <p:cNvPr id="28" name="Google Shape;369;p15"/>
            <p:cNvGrpSpPr/>
            <p:nvPr/>
          </p:nvGrpSpPr>
          <p:grpSpPr>
            <a:xfrm>
              <a:off x="96120" y="4469400"/>
              <a:ext cx="354960" cy="643680"/>
              <a:chOff x="96120" y="4469400"/>
              <a:chExt cx="354960" cy="643680"/>
            </a:xfrm>
          </p:grpSpPr>
          <p:sp>
            <p:nvSpPr>
              <p:cNvPr id="29" name="Google Shape;370;p15"/>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371;p15"/>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1" name="Google Shape;372;p15"/>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240" bIns="12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2" name="Google Shape;373;p15"/>
          <p:cNvGrpSpPr/>
          <p:nvPr/>
        </p:nvGrpSpPr>
        <p:grpSpPr>
          <a:xfrm>
            <a:off x="7976160" y="116280"/>
            <a:ext cx="1061640" cy="558720"/>
            <a:chOff x="7976160" y="116280"/>
            <a:chExt cx="1061640" cy="558720"/>
          </a:xfrm>
        </p:grpSpPr>
        <p:sp>
          <p:nvSpPr>
            <p:cNvPr id="33" name="Google Shape;374;p15"/>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4" name="Google Shape;375;p15"/>
            <p:cNvGrpSpPr/>
            <p:nvPr/>
          </p:nvGrpSpPr>
          <p:grpSpPr>
            <a:xfrm>
              <a:off x="8325720" y="282960"/>
              <a:ext cx="281160" cy="319320"/>
              <a:chOff x="8325720" y="282960"/>
              <a:chExt cx="281160" cy="319320"/>
            </a:xfrm>
          </p:grpSpPr>
          <p:grpSp>
            <p:nvGrpSpPr>
              <p:cNvPr id="35" name="Google Shape;376;p15"/>
              <p:cNvGrpSpPr/>
              <p:nvPr/>
            </p:nvGrpSpPr>
            <p:grpSpPr>
              <a:xfrm>
                <a:off x="8325720" y="282960"/>
                <a:ext cx="281160" cy="319320"/>
                <a:chOff x="8325720" y="282960"/>
                <a:chExt cx="281160" cy="319320"/>
              </a:xfrm>
            </p:grpSpPr>
            <p:grpSp>
              <p:nvGrpSpPr>
                <p:cNvPr id="36" name="Google Shape;377;p15"/>
                <p:cNvGrpSpPr/>
                <p:nvPr/>
              </p:nvGrpSpPr>
              <p:grpSpPr>
                <a:xfrm>
                  <a:off x="8325720" y="481320"/>
                  <a:ext cx="281160" cy="120960"/>
                  <a:chOff x="8325720" y="481320"/>
                  <a:chExt cx="281160" cy="120960"/>
                </a:xfrm>
              </p:grpSpPr>
              <p:sp>
                <p:nvSpPr>
                  <p:cNvPr id="37" name="Google Shape;378;p15"/>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379;p15"/>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9" name="Google Shape;380;p15"/>
                <p:cNvGrpSpPr/>
                <p:nvPr/>
              </p:nvGrpSpPr>
              <p:grpSpPr>
                <a:xfrm>
                  <a:off x="8325720" y="381960"/>
                  <a:ext cx="281160" cy="120960"/>
                  <a:chOff x="8325720" y="381960"/>
                  <a:chExt cx="281160" cy="120960"/>
                </a:xfrm>
              </p:grpSpPr>
              <p:sp>
                <p:nvSpPr>
                  <p:cNvPr id="40" name="Google Shape;381;p15"/>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382;p15"/>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2" name="Google Shape;383;p15"/>
                <p:cNvGrpSpPr/>
                <p:nvPr/>
              </p:nvGrpSpPr>
              <p:grpSpPr>
                <a:xfrm>
                  <a:off x="8325720" y="282960"/>
                  <a:ext cx="281160" cy="120960"/>
                  <a:chOff x="8325720" y="282960"/>
                  <a:chExt cx="281160" cy="120960"/>
                </a:xfrm>
              </p:grpSpPr>
              <p:sp>
                <p:nvSpPr>
                  <p:cNvPr id="43" name="Google Shape;384;p15"/>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385;p15"/>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45" name="Google Shape;386;p15"/>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387;p15"/>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388;p15"/>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8" name="Google Shape;389;p15"/>
          <p:cNvGrpSpPr/>
          <p:nvPr/>
        </p:nvGrpSpPr>
        <p:grpSpPr>
          <a:xfrm>
            <a:off x="457560" y="4797720"/>
            <a:ext cx="217800" cy="15840"/>
            <a:chOff x="457560" y="4797720"/>
            <a:chExt cx="217800" cy="15840"/>
          </a:xfrm>
        </p:grpSpPr>
        <p:sp>
          <p:nvSpPr>
            <p:cNvPr id="49" name="Google Shape;390;p15"/>
            <p:cNvSpPr/>
            <p:nvPr/>
          </p:nvSpPr>
          <p:spPr>
            <a:xfrm rot="16200000" flipV="1">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391;p15"/>
            <p:cNvSpPr/>
            <p:nvPr/>
          </p:nvSpPr>
          <p:spPr>
            <a:xfrm rot="16200000" flipV="1">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392;p15"/>
            <p:cNvSpPr/>
            <p:nvPr/>
          </p:nvSpPr>
          <p:spPr>
            <a:xfrm rot="16200000" flipV="1">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7920" bIns="7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 name="Google Shape;393;p15"/>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394;p15"/>
          <p:cNvSpPr/>
          <p:nvPr/>
        </p:nvSpPr>
        <p:spPr>
          <a:xfrm rot="16454400" flipH="1">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2347920" y="997200"/>
            <a:ext cx="4447800" cy="1058400"/>
          </a:xfrm>
          <a:prstGeom prst="rect">
            <a:avLst/>
          </a:prstGeom>
          <a:noFill/>
          <a:ln w="0">
            <a:noFill/>
          </a:ln>
        </p:spPr>
        <p:txBody>
          <a:bodyPr lIns="91440" tIns="91440" rIns="91440" bIns="91440" anchor="b">
            <a:noAutofit/>
          </a:bodyPr>
          <a:lstStyle/>
          <a:p>
            <a:pPr indent="0">
              <a:buNone/>
            </a:pPr>
            <a:r>
              <a:rPr lang="fr-FR" sz="8500" b="0" u="none" strike="noStrike">
                <a:solidFill>
                  <a:schemeClr val="dk1"/>
                </a:solidFill>
                <a:effectLst/>
                <a:uFillTx/>
                <a:latin typeface="Arial"/>
              </a:rPr>
              <a:t>Click to edit the title text format</a:t>
            </a:r>
          </a:p>
        </p:txBody>
      </p:sp>
      <p:sp>
        <p:nvSpPr>
          <p:cNvPr id="56" name="Google Shape;682;p22"/>
          <p:cNvSpPr/>
          <p:nvPr/>
        </p:nvSpPr>
        <p:spPr>
          <a:xfrm>
            <a:off x="2099160" y="361188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dk1"/>
                </a:solidFill>
                <a:effectLst/>
                <a:uFillTx/>
                <a:latin typeface="Open Sans"/>
                <a:ea typeface="Open Sans"/>
              </a:rPr>
              <a:t>CREDITS:</a:t>
            </a:r>
            <a:r>
              <a:rPr lang="en" sz="1200" b="0" u="none" strike="noStrike">
                <a:solidFill>
                  <a:schemeClr val="dk1"/>
                </a:solidFill>
                <a:effectLst/>
                <a:uFillTx/>
                <a:latin typeface="Open Sans"/>
                <a:ea typeface="Open Sans"/>
              </a:rPr>
              <a:t> This presentation template was created by </a:t>
            </a:r>
            <a:r>
              <a:rPr lang="en" sz="1200" b="1" u="sng" strike="noStrike">
                <a:solidFill>
                  <a:schemeClr val="hlink"/>
                </a:solidFill>
                <a:effectLst/>
                <a:uFillTx/>
                <a:latin typeface="Open Sans"/>
                <a:ea typeface="Open Sans"/>
                <a:hlinkClick r:id="rId2"/>
              </a:rPr>
              <a:t>Slidesgo</a:t>
            </a:r>
            <a:r>
              <a:rPr lang="en" sz="1200" b="0" u="none" strike="noStrike">
                <a:solidFill>
                  <a:schemeClr val="dk1"/>
                </a:solidFill>
                <a:effectLst/>
                <a:uFillTx/>
                <a:latin typeface="Open Sans"/>
                <a:ea typeface="Open Sans"/>
              </a:rPr>
              <a:t>, and includes icons, infographics &amp; images by </a:t>
            </a:r>
            <a:r>
              <a:rPr lang="en" sz="1200" b="1" u="sng" strike="noStrike">
                <a:solidFill>
                  <a:schemeClr val="dk1"/>
                </a:solidFill>
                <a:effectLst/>
                <a:uFillTx/>
                <a:latin typeface="Open Sans"/>
                <a:ea typeface="Open Sans"/>
                <a:hlinkClick r:id="rId3"/>
              </a:rPr>
              <a:t>Freepik</a:t>
            </a:r>
            <a:r>
              <a:rPr lang="en" sz="1200" b="0" u="sng" strike="noStrike">
                <a:solidFill>
                  <a:schemeClr val="dk1"/>
                </a:solidFill>
                <a:effectLst/>
                <a:uFillTx/>
                <a:latin typeface="Open Sans"/>
                <a:ea typeface="Open Sans"/>
              </a:rPr>
              <a:t> </a:t>
            </a:r>
            <a:endParaRPr lang="en-US" sz="1200" b="0" u="none" strike="noStrike">
              <a:solidFill>
                <a:srgbClr val="000000"/>
              </a:solidFill>
              <a:effectLst/>
              <a:uFillTx/>
              <a:latin typeface="OpenSymbol"/>
            </a:endParaRPr>
          </a:p>
        </p:txBody>
      </p:sp>
      <p:sp>
        <p:nvSpPr>
          <p:cNvPr id="57" name="Google Shape;683;p22"/>
          <p:cNvSpPr/>
          <p:nvPr/>
        </p:nvSpPr>
        <p:spPr>
          <a:xfrm rot="19107000" flipH="1">
            <a:off x="-1086480" y="-57024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684;p22"/>
          <p:cNvSpPr/>
          <p:nvPr/>
        </p:nvSpPr>
        <p:spPr>
          <a:xfrm rot="16548600" flipH="1">
            <a:off x="7227360" y="34513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685;p22"/>
          <p:cNvSpPr/>
          <p:nvPr/>
        </p:nvSpPr>
        <p:spPr>
          <a:xfrm rot="460800" flipH="1">
            <a:off x="178560" y="3742560"/>
            <a:ext cx="1359360" cy="1222200"/>
          </a:xfrm>
          <a:custGeom>
            <a:avLst/>
            <a:gdLst>
              <a:gd name="textAreaLeft" fmla="*/ 360 w 1359360"/>
              <a:gd name="textAreaRight" fmla="*/ 1360080 w 1359360"/>
              <a:gd name="textAreaTop" fmla="*/ 0 h 1222200"/>
              <a:gd name="textAreaBottom" fmla="*/ 1222560 h 1222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686;p22"/>
          <p:cNvSpPr/>
          <p:nvPr/>
        </p:nvSpPr>
        <p:spPr>
          <a:xfrm rot="460800" flipH="1">
            <a:off x="6682320" y="-207396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2" name="Google Shape;123;p6"/>
          <p:cNvSpPr/>
          <p:nvPr/>
        </p:nvSpPr>
        <p:spPr>
          <a:xfrm rot="12523200">
            <a:off x="85680" y="-754920"/>
            <a:ext cx="1683360" cy="1313640"/>
          </a:xfrm>
          <a:custGeom>
            <a:avLst/>
            <a:gdLst>
              <a:gd name="textAreaLeft" fmla="*/ 0 w 1683360"/>
              <a:gd name="textAreaRight" fmla="*/ 1683720 w 1683360"/>
              <a:gd name="textAreaTop" fmla="*/ 0 h 1313640"/>
              <a:gd name="textAreaBottom" fmla="*/ 1314000 h 131364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3" name="Google Shape;124;p6"/>
          <p:cNvGrpSpPr/>
          <p:nvPr/>
        </p:nvGrpSpPr>
        <p:grpSpPr>
          <a:xfrm>
            <a:off x="6779160" y="192960"/>
            <a:ext cx="2107800" cy="297000"/>
            <a:chOff x="6779160" y="192960"/>
            <a:chExt cx="2107800" cy="297000"/>
          </a:xfrm>
        </p:grpSpPr>
        <p:sp>
          <p:nvSpPr>
            <p:cNvPr id="64" name="Google Shape;125;p6"/>
            <p:cNvSpPr/>
            <p:nvPr/>
          </p:nvSpPr>
          <p:spPr>
            <a:xfrm>
              <a:off x="6779160" y="192960"/>
              <a:ext cx="2107800" cy="297000"/>
            </a:xfrm>
            <a:custGeom>
              <a:avLst/>
              <a:gdLst>
                <a:gd name="textAreaLeft" fmla="*/ 0 w 2107800"/>
                <a:gd name="textAreaRight" fmla="*/ 2108160 w 2107800"/>
                <a:gd name="textAreaTop" fmla="*/ 0 h 297000"/>
                <a:gd name="textAreaBottom" fmla="*/ 297360 h 297000"/>
              </a:gdLst>
              <a:ahLst/>
              <a:cxnLst/>
              <a:rect l="textAreaLeft" t="textAreaTop" r="textAreaRight" b="textAreaBottom"/>
              <a:pathLst>
                <a:path w="1633727" h="230504">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126;p6"/>
            <p:cNvSpPr/>
            <p:nvPr/>
          </p:nvSpPr>
          <p:spPr>
            <a:xfrm>
              <a:off x="8611920" y="227160"/>
              <a:ext cx="214560" cy="213480"/>
            </a:xfrm>
            <a:custGeom>
              <a:avLst/>
              <a:gdLst>
                <a:gd name="textAreaLeft" fmla="*/ 0 w 214560"/>
                <a:gd name="textAreaRight" fmla="*/ 214920 w 214560"/>
                <a:gd name="textAreaTop" fmla="*/ 0 h 213480"/>
                <a:gd name="textAreaBottom" fmla="*/ 213840 h 213480"/>
              </a:gdLst>
              <a:ahLst/>
              <a:cxnLst/>
              <a:rect l="textAreaLeft" t="textAreaTop" r="textAreaRight" b="textAreaBottom"/>
              <a:pathLst>
                <a:path w="166485" h="165854">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127;p6"/>
            <p:cNvSpPr/>
            <p:nvPr/>
          </p:nvSpPr>
          <p:spPr>
            <a:xfrm>
              <a:off x="8543160" y="224280"/>
              <a:ext cx="9360" cy="224640"/>
            </a:xfrm>
            <a:custGeom>
              <a:avLst/>
              <a:gdLst>
                <a:gd name="textAreaLeft" fmla="*/ 0 w 9360"/>
                <a:gd name="textAreaRight" fmla="*/ 9720 w 9360"/>
                <a:gd name="textAreaTop" fmla="*/ 0 h 224640"/>
                <a:gd name="textAreaBottom" fmla="*/ 225000 h 224640"/>
              </a:gdLst>
              <a:ahLst/>
              <a:cxnLst/>
              <a:rect l="textAreaLeft" t="textAreaTop" r="textAreaRight" b="textAreaBottom"/>
              <a:pathLst>
                <a:path w="7620" h="174307">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7" name="Google Shape;128;p6"/>
          <p:cNvSpPr/>
          <p:nvPr/>
        </p:nvSpPr>
        <p:spPr>
          <a:xfrm rot="532800" flipH="1">
            <a:off x="-513720" y="4385160"/>
            <a:ext cx="1514520" cy="1224720"/>
          </a:xfrm>
          <a:custGeom>
            <a:avLst/>
            <a:gdLst>
              <a:gd name="textAreaLeft" fmla="*/ -360 w 1514520"/>
              <a:gd name="textAreaRight" fmla="*/ 1514520 w 1514520"/>
              <a:gd name="textAreaTop" fmla="*/ 0 h 1224720"/>
              <a:gd name="textAreaBottom" fmla="*/ 1225080 h 1224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8" name="Google Shape;129;p6"/>
          <p:cNvGrpSpPr/>
          <p:nvPr/>
        </p:nvGrpSpPr>
        <p:grpSpPr>
          <a:xfrm>
            <a:off x="-148680" y="4544280"/>
            <a:ext cx="783720" cy="583920"/>
            <a:chOff x="-148680" y="4544280"/>
            <a:chExt cx="783720" cy="583920"/>
          </a:xfrm>
        </p:grpSpPr>
        <p:grpSp>
          <p:nvGrpSpPr>
            <p:cNvPr id="69" name="Google Shape;130;p6"/>
            <p:cNvGrpSpPr/>
            <p:nvPr/>
          </p:nvGrpSpPr>
          <p:grpSpPr>
            <a:xfrm>
              <a:off x="-148680" y="4544280"/>
              <a:ext cx="783720" cy="583920"/>
              <a:chOff x="-148680" y="4544280"/>
              <a:chExt cx="783720" cy="583920"/>
            </a:xfrm>
          </p:grpSpPr>
          <p:sp>
            <p:nvSpPr>
              <p:cNvPr id="70" name="Google Shape;131;p6"/>
              <p:cNvSpPr/>
              <p:nvPr/>
            </p:nvSpPr>
            <p:spPr>
              <a:xfrm>
                <a:off x="25920" y="454428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132;p6"/>
              <p:cNvSpPr/>
              <p:nvPr/>
            </p:nvSpPr>
            <p:spPr>
              <a:xfrm>
                <a:off x="-61560" y="463140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133;p6"/>
              <p:cNvSpPr/>
              <p:nvPr/>
            </p:nvSpPr>
            <p:spPr>
              <a:xfrm>
                <a:off x="-148680" y="471852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3" name="Google Shape;134;p6"/>
            <p:cNvSpPr/>
            <p:nvPr/>
          </p:nvSpPr>
          <p:spPr>
            <a:xfrm>
              <a:off x="1080" y="4886280"/>
              <a:ext cx="304920" cy="139320"/>
            </a:xfrm>
            <a:custGeom>
              <a:avLst/>
              <a:gdLst>
                <a:gd name="textAreaLeft" fmla="*/ 0 w 304920"/>
                <a:gd name="textAreaRight" fmla="*/ 305280 w 304920"/>
                <a:gd name="textAreaTop" fmla="*/ 0 h 139320"/>
                <a:gd name="textAreaBottom" fmla="*/ 139680 h 1393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4" name="Google Shape;135;p6"/>
          <p:cNvSpPr/>
          <p:nvPr/>
        </p:nvSpPr>
        <p:spPr>
          <a:xfrm rot="5844000">
            <a:off x="8030880" y="2339280"/>
            <a:ext cx="2404080" cy="1318320"/>
          </a:xfrm>
          <a:custGeom>
            <a:avLst/>
            <a:gdLst>
              <a:gd name="textAreaLeft" fmla="*/ 0 w 2404080"/>
              <a:gd name="textAreaRight" fmla="*/ 240444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Google Shape;754;p28"/>
          <p:cNvSpPr/>
          <p:nvPr/>
        </p:nvSpPr>
        <p:spPr>
          <a:xfrm rot="1053600">
            <a:off x="4909680" y="420840"/>
            <a:ext cx="4314600" cy="4418280"/>
          </a:xfrm>
          <a:custGeom>
            <a:avLst/>
            <a:gdLst>
              <a:gd name="textAreaLeft" fmla="*/ 0 w 4314600"/>
              <a:gd name="textAreaRight" fmla="*/ 4314960 w 4314600"/>
              <a:gd name="textAreaTop" fmla="*/ 0 h 4418280"/>
              <a:gd name="textAreaBottom" fmla="*/ 4418640 h 441828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7" name="Google Shape;757;p28"/>
          <p:cNvGrpSpPr/>
          <p:nvPr/>
        </p:nvGrpSpPr>
        <p:grpSpPr>
          <a:xfrm>
            <a:off x="5165280" y="656280"/>
            <a:ext cx="3840480" cy="3830760"/>
            <a:chOff x="5165280" y="656280"/>
            <a:chExt cx="3840480" cy="3830760"/>
          </a:xfrm>
        </p:grpSpPr>
        <p:grpSp>
          <p:nvGrpSpPr>
            <p:cNvPr id="78" name="Google Shape;758;p28"/>
            <p:cNvGrpSpPr/>
            <p:nvPr/>
          </p:nvGrpSpPr>
          <p:grpSpPr>
            <a:xfrm>
              <a:off x="5631840" y="1764000"/>
              <a:ext cx="2961360" cy="1992600"/>
              <a:chOff x="5631840" y="1764000"/>
              <a:chExt cx="2961360" cy="1992600"/>
            </a:xfrm>
          </p:grpSpPr>
          <p:grpSp>
            <p:nvGrpSpPr>
              <p:cNvPr id="79" name="Google Shape;759;p28"/>
              <p:cNvGrpSpPr/>
              <p:nvPr/>
            </p:nvGrpSpPr>
            <p:grpSpPr>
              <a:xfrm>
                <a:off x="6590880" y="3396600"/>
                <a:ext cx="1042920" cy="360000"/>
                <a:chOff x="6590880" y="3396600"/>
                <a:chExt cx="1042920" cy="360000"/>
              </a:xfrm>
            </p:grpSpPr>
            <p:sp>
              <p:nvSpPr>
                <p:cNvPr id="80" name="Google Shape;760;p28"/>
                <p:cNvSpPr/>
                <p:nvPr/>
              </p:nvSpPr>
              <p:spPr>
                <a:xfrm>
                  <a:off x="6894360" y="3396600"/>
                  <a:ext cx="435600" cy="320040"/>
                </a:xfrm>
                <a:custGeom>
                  <a:avLst/>
                  <a:gdLst>
                    <a:gd name="textAreaLeft" fmla="*/ 0 w 435600"/>
                    <a:gd name="textAreaRight" fmla="*/ 435960 w 435600"/>
                    <a:gd name="textAreaTop" fmla="*/ 0 h 320040"/>
                    <a:gd name="textAreaBottom" fmla="*/ 320400 h 320040"/>
                  </a:gdLst>
                  <a:ahLst/>
                  <a:cxnLst/>
                  <a:rect l="textAreaLeft" t="textAreaTop" r="textAreaRight" b="textAreaBottom"/>
                  <a:pathLst>
                    <a:path w="396621" h="291274">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761;p28"/>
                <p:cNvSpPr/>
                <p:nvPr/>
              </p:nvSpPr>
              <p:spPr>
                <a:xfrm>
                  <a:off x="6894360" y="3396600"/>
                  <a:ext cx="154080" cy="64440"/>
                </a:xfrm>
                <a:custGeom>
                  <a:avLst/>
                  <a:gdLst>
                    <a:gd name="textAreaLeft" fmla="*/ 0 w 154080"/>
                    <a:gd name="textAreaRight" fmla="*/ 154440 w 154080"/>
                    <a:gd name="textAreaTop" fmla="*/ 0 h 64440"/>
                    <a:gd name="textAreaBottom" fmla="*/ 64800 h 64440"/>
                  </a:gdLst>
                  <a:ahLst/>
                  <a:cxnLst/>
                  <a:rect l="textAreaLeft" t="textAreaTop" r="textAreaRight" b="textAreaBottom"/>
                  <a:pathLst>
                    <a:path w="140303" h="59054">
                      <a:moveTo>
                        <a:pt x="0" y="0"/>
                      </a:moveTo>
                      <a:lnTo>
                        <a:pt x="140304" y="0"/>
                      </a:lnTo>
                      <a:lnTo>
                        <a:pt x="140304" y="59055"/>
                      </a:lnTo>
                      <a:lnTo>
                        <a:pt x="0" y="42862"/>
                      </a:lnTo>
                      <a:lnTo>
                        <a:pt x="0"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762;p28"/>
                <p:cNvSpPr/>
                <p:nvPr/>
              </p:nvSpPr>
              <p:spPr>
                <a:xfrm>
                  <a:off x="7176600" y="3396600"/>
                  <a:ext cx="153720" cy="96840"/>
                </a:xfrm>
                <a:custGeom>
                  <a:avLst/>
                  <a:gdLst>
                    <a:gd name="textAreaLeft" fmla="*/ 0 w 153720"/>
                    <a:gd name="textAreaRight" fmla="*/ 154080 w 153720"/>
                    <a:gd name="textAreaTop" fmla="*/ 0 h 96840"/>
                    <a:gd name="textAreaBottom" fmla="*/ 97200 h 96840"/>
                  </a:gdLst>
                  <a:ahLst/>
                  <a:cxnLst/>
                  <a:rect l="textAreaLeft" t="textAreaTop" r="textAreaRight" b="textAreaBottom"/>
                  <a:pathLst>
                    <a:path w="140207" h="88391">
                      <a:moveTo>
                        <a:pt x="140208" y="0"/>
                      </a:moveTo>
                      <a:lnTo>
                        <a:pt x="140208" y="88392"/>
                      </a:lnTo>
                      <a:lnTo>
                        <a:pt x="0" y="72295"/>
                      </a:lnTo>
                      <a:lnTo>
                        <a:pt x="0" y="0"/>
                      </a:lnTo>
                      <a:lnTo>
                        <a:pt x="14020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763;p28"/>
                <p:cNvSpPr/>
                <p:nvPr/>
              </p:nvSpPr>
              <p:spPr>
                <a:xfrm>
                  <a:off x="6590880" y="3713400"/>
                  <a:ext cx="1042920" cy="43200"/>
                </a:xfrm>
                <a:custGeom>
                  <a:avLst/>
                  <a:gdLst>
                    <a:gd name="textAreaLeft" fmla="*/ 0 w 1042920"/>
                    <a:gd name="textAreaRight" fmla="*/ 1043280 w 1042920"/>
                    <a:gd name="textAreaTop" fmla="*/ 0 h 43200"/>
                    <a:gd name="textAreaBottom" fmla="*/ 43560 h 43200"/>
                  </a:gdLst>
                  <a:ahLst/>
                  <a:cxnLst/>
                  <a:rect l="textAreaLeft" t="textAreaTop" r="textAreaRight" b="textAreaBottom"/>
                  <a:pathLst>
                    <a:path w="948880" h="39528">
                      <a:moveTo>
                        <a:pt x="0" y="0"/>
                      </a:moveTo>
                      <a:lnTo>
                        <a:pt x="948880" y="0"/>
                      </a:lnTo>
                      <a:lnTo>
                        <a:pt x="948880" y="39529"/>
                      </a:lnTo>
                      <a:lnTo>
                        <a:pt x="0" y="39529"/>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4" name="Google Shape;764;p28"/>
              <p:cNvSpPr/>
              <p:nvPr/>
            </p:nvSpPr>
            <p:spPr>
              <a:xfrm>
                <a:off x="5631840" y="1764000"/>
                <a:ext cx="2961360" cy="1668240"/>
              </a:xfrm>
              <a:custGeom>
                <a:avLst/>
                <a:gdLst>
                  <a:gd name="textAreaLeft" fmla="*/ 0 w 2961360"/>
                  <a:gd name="textAreaRight" fmla="*/ 2961720 w 2961360"/>
                  <a:gd name="textAreaTop" fmla="*/ 0 h 1668240"/>
                  <a:gd name="textAreaBottom" fmla="*/ 1668600 h 1668240"/>
                </a:gdLst>
                <a:ahLst/>
                <a:cxnLst/>
                <a:rect l="textAreaLeft" t="textAreaTop" r="textAreaRight" b="textAreaBottom"/>
                <a:pathLst>
                  <a:path w="2693384" h="1517428">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 name="Google Shape;765;p28"/>
              <p:cNvSpPr/>
              <p:nvPr/>
            </p:nvSpPr>
            <p:spPr>
              <a:xfrm>
                <a:off x="5631840" y="1912680"/>
                <a:ext cx="2961360" cy="1344600"/>
              </a:xfrm>
              <a:custGeom>
                <a:avLst/>
                <a:gdLst>
                  <a:gd name="textAreaLeft" fmla="*/ 0 w 2961360"/>
                  <a:gd name="textAreaRight" fmla="*/ 2961720 w 2961360"/>
                  <a:gd name="textAreaTop" fmla="*/ 0 h 1344600"/>
                  <a:gd name="textAreaBottom" fmla="*/ 1344960 h 1344600"/>
                </a:gdLst>
                <a:ahLst/>
                <a:cxnLst/>
                <a:rect l="textAreaLeft" t="textAreaTop" r="textAreaRight" b="textAreaBottom"/>
                <a:pathLst>
                  <a:path w="2693384" h="1223295">
                    <a:moveTo>
                      <a:pt x="0" y="0"/>
                    </a:moveTo>
                    <a:lnTo>
                      <a:pt x="2693384" y="0"/>
                    </a:lnTo>
                    <a:lnTo>
                      <a:pt x="2693384" y="1223296"/>
                    </a:lnTo>
                    <a:lnTo>
                      <a:pt x="0" y="1223296"/>
                    </a:ln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766;p28"/>
              <p:cNvSpPr/>
              <p:nvPr/>
            </p:nvSpPr>
            <p:spPr>
              <a:xfrm>
                <a:off x="7070760" y="3302280"/>
                <a:ext cx="83160" cy="83160"/>
              </a:xfrm>
              <a:custGeom>
                <a:avLst/>
                <a:gdLst>
                  <a:gd name="textAreaLeft" fmla="*/ 0 w 83160"/>
                  <a:gd name="textAreaRight" fmla="*/ 83520 w 83160"/>
                  <a:gd name="textAreaTop" fmla="*/ 0 h 83160"/>
                  <a:gd name="textAreaBottom" fmla="*/ 83520 h 83160"/>
                </a:gdLst>
                <a:ahLst/>
                <a:cxnLst/>
                <a:rect l="textAreaLeft" t="textAreaTop" r="textAreaRight" b="textAreaBottom"/>
                <a:pathLst>
                  <a:path w="76009" h="76009">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w="0">
                <a:noFill/>
              </a:ln>
            </p:spPr>
            <p:style>
              <a:lnRef idx="0">
                <a:scrgbClr r="0" g="0" b="0"/>
              </a:lnRef>
              <a:fillRef idx="0">
                <a:scrgbClr r="0" g="0" b="0"/>
              </a:fillRef>
              <a:effectRef idx="0">
                <a:scrgbClr r="0" g="0" b="0"/>
              </a:effectRef>
              <a:fontRef idx="minor"/>
            </p:style>
            <p:txBody>
              <a:bodyPr tIns="41760" bIns="41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 name="Google Shape;767;p28"/>
            <p:cNvGrpSpPr/>
            <p:nvPr/>
          </p:nvGrpSpPr>
          <p:grpSpPr>
            <a:xfrm>
              <a:off x="6285600" y="656280"/>
              <a:ext cx="1654200" cy="835560"/>
              <a:chOff x="6285600" y="656280"/>
              <a:chExt cx="1654200" cy="835560"/>
            </a:xfrm>
          </p:grpSpPr>
          <p:sp>
            <p:nvSpPr>
              <p:cNvPr id="88" name="Google Shape;768;p28"/>
              <p:cNvSpPr/>
              <p:nvPr/>
            </p:nvSpPr>
            <p:spPr>
              <a:xfrm>
                <a:off x="6285600" y="656280"/>
                <a:ext cx="1654200" cy="835560"/>
              </a:xfrm>
              <a:custGeom>
                <a:avLst/>
                <a:gdLst>
                  <a:gd name="textAreaLeft" fmla="*/ 0 w 1654200"/>
                  <a:gd name="textAreaRight" fmla="*/ 1654560 w 1654200"/>
                  <a:gd name="textAreaTop" fmla="*/ 0 h 835560"/>
                  <a:gd name="textAreaBottom" fmla="*/ 835920 h 835560"/>
                </a:gdLst>
                <a:ahLst/>
                <a:cxnLst/>
                <a:rect l="textAreaLeft" t="textAreaTop" r="textAreaRight" b="textAreaBottom"/>
                <a:pathLst>
                  <a:path w="1504568" h="76019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769;p28"/>
              <p:cNvSpPr/>
              <p:nvPr/>
            </p:nvSpPr>
            <p:spPr>
              <a:xfrm>
                <a:off x="6285600" y="712440"/>
                <a:ext cx="1014120" cy="779400"/>
              </a:xfrm>
              <a:custGeom>
                <a:avLst/>
                <a:gdLst>
                  <a:gd name="textAreaLeft" fmla="*/ 0 w 1014120"/>
                  <a:gd name="textAreaRight" fmla="*/ 1014480 w 1014120"/>
                  <a:gd name="textAreaTop" fmla="*/ 0 h 779400"/>
                  <a:gd name="textAreaBottom" fmla="*/ 779760 h 779400"/>
                </a:gdLst>
                <a:ahLst/>
                <a:cxnLst/>
                <a:rect l="textAreaLeft" t="textAreaTop" r="textAreaRight" b="textAreaBottom"/>
                <a:pathLst>
                  <a:path w="922591" h="709136">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0" name="Google Shape;770;p28"/>
            <p:cNvGrpSpPr/>
            <p:nvPr/>
          </p:nvGrpSpPr>
          <p:grpSpPr>
            <a:xfrm>
              <a:off x="8276760" y="1328040"/>
              <a:ext cx="387720" cy="272880"/>
              <a:chOff x="8276760" y="1328040"/>
              <a:chExt cx="387720" cy="272880"/>
            </a:xfrm>
          </p:grpSpPr>
          <p:sp>
            <p:nvSpPr>
              <p:cNvPr id="91" name="Google Shape;771;p28"/>
              <p:cNvSpPr/>
              <p:nvPr/>
            </p:nvSpPr>
            <p:spPr>
              <a:xfrm>
                <a:off x="8276760" y="1328040"/>
                <a:ext cx="387720" cy="272880"/>
              </a:xfrm>
              <a:custGeom>
                <a:avLst/>
                <a:gdLst>
                  <a:gd name="textAreaLeft" fmla="*/ 0 w 387720"/>
                  <a:gd name="textAreaRight" fmla="*/ 388080 w 387720"/>
                  <a:gd name="textAreaTop" fmla="*/ 0 h 272880"/>
                  <a:gd name="textAreaBottom" fmla="*/ 273240 h 272880"/>
                </a:gdLst>
                <a:ahLst/>
                <a:cxnLst/>
                <a:rect l="textAreaLeft" t="textAreaTop" r="textAreaRight" b="textAreaBottom"/>
                <a:pathLst>
                  <a:path w="352805" h="248507">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772;p28"/>
              <p:cNvSpPr/>
              <p:nvPr/>
            </p:nvSpPr>
            <p:spPr>
              <a:xfrm>
                <a:off x="8350200" y="1395720"/>
                <a:ext cx="240840" cy="64440"/>
              </a:xfrm>
              <a:custGeom>
                <a:avLst/>
                <a:gdLst>
                  <a:gd name="textAreaLeft" fmla="*/ 0 w 240840"/>
                  <a:gd name="textAreaRight" fmla="*/ 241200 w 240840"/>
                  <a:gd name="textAreaTop" fmla="*/ 0 h 64440"/>
                  <a:gd name="textAreaBottom" fmla="*/ 64800 h 64440"/>
                </a:gdLst>
                <a:ahLst/>
                <a:cxnLst/>
                <a:rect l="textAreaLeft" t="textAreaTop" r="textAreaRight" b="textAreaBottom"/>
                <a:pathLst>
                  <a:path w="219455" h="59054">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3" name="Google Shape;773;p28"/>
            <p:cNvSpPr/>
            <p:nvPr/>
          </p:nvSpPr>
          <p:spPr>
            <a:xfrm>
              <a:off x="7148880" y="1542960"/>
              <a:ext cx="10080" cy="432360"/>
            </a:xfrm>
            <a:custGeom>
              <a:avLst/>
              <a:gdLst>
                <a:gd name="textAreaLeft" fmla="*/ 0 w 10080"/>
                <a:gd name="textAreaRight" fmla="*/ 10440 w 10080"/>
                <a:gd name="textAreaTop" fmla="*/ 0 h 432360"/>
                <a:gd name="textAreaBottom" fmla="*/ 432720 h 432360"/>
              </a:gdLst>
              <a:ahLst/>
              <a:cxnLst/>
              <a:rect l="textAreaLeft" t="textAreaTop" r="textAreaRight" b="textAreaBottom"/>
              <a:pathLst>
                <a:path w="9525" h="392525">
                  <a:moveTo>
                    <a:pt x="0" y="0"/>
                  </a:moveTo>
                  <a:lnTo>
                    <a:pt x="0" y="392525"/>
                  </a:lnTo>
                </a:path>
              </a:pathLst>
            </a:custGeom>
            <a:noFill/>
            <a:ln w="29900" cap="rnd">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 name="Google Shape;774;p28"/>
            <p:cNvGrpSpPr/>
            <p:nvPr/>
          </p:nvGrpSpPr>
          <p:grpSpPr>
            <a:xfrm>
              <a:off x="5483160" y="2415600"/>
              <a:ext cx="27000" cy="532080"/>
              <a:chOff x="5483160" y="2415600"/>
              <a:chExt cx="27000" cy="532080"/>
            </a:xfrm>
          </p:grpSpPr>
          <p:sp>
            <p:nvSpPr>
              <p:cNvPr id="95" name="Google Shape;775;p28"/>
              <p:cNvSpPr/>
              <p:nvPr/>
            </p:nvSpPr>
            <p:spPr>
              <a:xfrm>
                <a:off x="5496840" y="242820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776;p28"/>
              <p:cNvSpPr/>
              <p:nvPr/>
            </p:nvSpPr>
            <p:spPr>
              <a:xfrm>
                <a:off x="5483160" y="292068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777;p28"/>
              <p:cNvSpPr/>
              <p:nvPr/>
            </p:nvSpPr>
            <p:spPr>
              <a:xfrm>
                <a:off x="5483160" y="24156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 name="Google Shape;778;p28"/>
            <p:cNvGrpSpPr/>
            <p:nvPr/>
          </p:nvGrpSpPr>
          <p:grpSpPr>
            <a:xfrm>
              <a:off x="5643360" y="2277360"/>
              <a:ext cx="749160" cy="303480"/>
              <a:chOff x="5643360" y="2277360"/>
              <a:chExt cx="749160" cy="303480"/>
            </a:xfrm>
          </p:grpSpPr>
          <p:sp>
            <p:nvSpPr>
              <p:cNvPr id="99" name="Google Shape;779;p28"/>
              <p:cNvSpPr/>
              <p:nvPr/>
            </p:nvSpPr>
            <p:spPr>
              <a:xfrm>
                <a:off x="5656320" y="2290320"/>
                <a:ext cx="722880" cy="276840"/>
              </a:xfrm>
              <a:custGeom>
                <a:avLst/>
                <a:gdLst>
                  <a:gd name="textAreaLeft" fmla="*/ 0 w 722880"/>
                  <a:gd name="textAreaRight" fmla="*/ 723240 w 722880"/>
                  <a:gd name="textAreaTop" fmla="*/ 0 h 276840"/>
                  <a:gd name="textAreaBottom" fmla="*/ 277200 h 276840"/>
                </a:gdLst>
                <a:ahLst/>
                <a:cxnLst/>
                <a:rect l="textAreaLeft" t="textAreaTop" r="textAreaRight" b="textAreaBottom"/>
                <a:pathLst>
                  <a:path w="657796" h="251936">
                    <a:moveTo>
                      <a:pt x="0" y="0"/>
                    </a:moveTo>
                    <a:lnTo>
                      <a:pt x="217075" y="217075"/>
                    </a:lnTo>
                    <a:cubicBezTo>
                      <a:pt x="239363" y="239363"/>
                      <a:pt x="269653" y="251936"/>
                      <a:pt x="301180" y="251936"/>
                    </a:cubicBezTo>
                    <a:lnTo>
                      <a:pt x="657797" y="251936"/>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780;p28"/>
              <p:cNvSpPr/>
              <p:nvPr/>
            </p:nvSpPr>
            <p:spPr>
              <a:xfrm>
                <a:off x="5643360" y="227736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812" h="24812">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781;p28"/>
              <p:cNvSpPr/>
              <p:nvPr/>
            </p:nvSpPr>
            <p:spPr>
              <a:xfrm>
                <a:off x="6365520" y="25538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4">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 name="Google Shape;782;p28"/>
            <p:cNvGrpSpPr/>
            <p:nvPr/>
          </p:nvGrpSpPr>
          <p:grpSpPr>
            <a:xfrm>
              <a:off x="8163000" y="4028040"/>
              <a:ext cx="201960" cy="355320"/>
              <a:chOff x="8163000" y="4028040"/>
              <a:chExt cx="201960" cy="355320"/>
            </a:xfrm>
          </p:grpSpPr>
          <p:sp>
            <p:nvSpPr>
              <p:cNvPr id="103" name="Google Shape;783;p28"/>
              <p:cNvSpPr/>
              <p:nvPr/>
            </p:nvSpPr>
            <p:spPr>
              <a:xfrm>
                <a:off x="8163000" y="4028040"/>
                <a:ext cx="201960" cy="355320"/>
              </a:xfrm>
              <a:custGeom>
                <a:avLst/>
                <a:gdLst>
                  <a:gd name="textAreaLeft" fmla="*/ 0 w 201960"/>
                  <a:gd name="textAreaRight" fmla="*/ 202320 w 201960"/>
                  <a:gd name="textAreaTop" fmla="*/ 0 h 355320"/>
                  <a:gd name="textAreaBottom" fmla="*/ 355680 h 355320"/>
                </a:gdLst>
                <a:ahLst/>
                <a:cxnLst/>
                <a:rect l="textAreaLeft" t="textAreaTop" r="textAreaRight" b="textAreaBottom"/>
                <a:pathLst>
                  <a:path w="183832" h="323468">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784;p28"/>
              <p:cNvSpPr/>
              <p:nvPr/>
            </p:nvSpPr>
            <p:spPr>
              <a:xfrm>
                <a:off x="8258040" y="4058640"/>
                <a:ext cx="12240" cy="59040"/>
              </a:xfrm>
              <a:custGeom>
                <a:avLst/>
                <a:gdLst>
                  <a:gd name="textAreaLeft" fmla="*/ 0 w 12240"/>
                  <a:gd name="textAreaRight" fmla="*/ 12600 w 12240"/>
                  <a:gd name="textAreaTop" fmla="*/ 0 h 59040"/>
                  <a:gd name="textAreaBottom" fmla="*/ 59400 h 59040"/>
                </a:gdLst>
                <a:ahLst/>
                <a:cxnLst/>
                <a:rect l="textAreaLeft" t="textAreaTop" r="textAreaRight" b="textAreaBottom"/>
                <a:pathLst>
                  <a:path w="11430" h="54101">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785;p28"/>
            <p:cNvGrpSpPr/>
            <p:nvPr/>
          </p:nvGrpSpPr>
          <p:grpSpPr>
            <a:xfrm>
              <a:off x="6427800" y="3923280"/>
              <a:ext cx="1533600" cy="563760"/>
              <a:chOff x="6427800" y="3923280"/>
              <a:chExt cx="1533600" cy="563760"/>
            </a:xfrm>
          </p:grpSpPr>
          <p:sp>
            <p:nvSpPr>
              <p:cNvPr id="106" name="Google Shape;786;p28"/>
              <p:cNvSpPr/>
              <p:nvPr/>
            </p:nvSpPr>
            <p:spPr>
              <a:xfrm>
                <a:off x="6427800" y="3923280"/>
                <a:ext cx="1533600" cy="563760"/>
              </a:xfrm>
              <a:custGeom>
                <a:avLst/>
                <a:gdLst>
                  <a:gd name="textAreaLeft" fmla="*/ 0 w 1533600"/>
                  <a:gd name="textAreaRight" fmla="*/ 1533960 w 1533600"/>
                  <a:gd name="textAreaTop" fmla="*/ 0 h 563760"/>
                  <a:gd name="textAreaBottom" fmla="*/ 564120 h 563760"/>
                </a:gdLst>
                <a:ahLst/>
                <a:cxnLst/>
                <a:rect l="textAreaLeft" t="textAreaTop" r="textAreaRight" b="textAreaBottom"/>
                <a:pathLst>
                  <a:path w="1396269" h="513492">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787;p28"/>
              <p:cNvSpPr/>
              <p:nvPr/>
            </p:nvSpPr>
            <p:spPr>
              <a:xfrm>
                <a:off x="6567480" y="396360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8" name="Google Shape;788;p28"/>
              <p:cNvGrpSpPr/>
              <p:nvPr/>
            </p:nvGrpSpPr>
            <p:grpSpPr>
              <a:xfrm>
                <a:off x="6744600" y="3963960"/>
                <a:ext cx="477720" cy="84600"/>
                <a:chOff x="6744600" y="3963960"/>
                <a:chExt cx="477720" cy="84600"/>
              </a:xfrm>
            </p:grpSpPr>
            <p:sp>
              <p:nvSpPr>
                <p:cNvPr id="109" name="Google Shape;789;p28"/>
                <p:cNvSpPr/>
                <p:nvPr/>
              </p:nvSpPr>
              <p:spPr>
                <a:xfrm>
                  <a:off x="674460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790;p28"/>
                <p:cNvSpPr/>
                <p:nvPr/>
              </p:nvSpPr>
              <p:spPr>
                <a:xfrm>
                  <a:off x="684288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791;p28"/>
                <p:cNvSpPr/>
                <p:nvPr/>
              </p:nvSpPr>
              <p:spPr>
                <a:xfrm>
                  <a:off x="6941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792;p28"/>
                <p:cNvSpPr/>
                <p:nvPr/>
              </p:nvSpPr>
              <p:spPr>
                <a:xfrm>
                  <a:off x="7039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793;p28"/>
                <p:cNvSpPr/>
                <p:nvPr/>
              </p:nvSpPr>
              <p:spPr>
                <a:xfrm>
                  <a:off x="71377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4" name="Google Shape;794;p28"/>
              <p:cNvGrpSpPr/>
              <p:nvPr/>
            </p:nvGrpSpPr>
            <p:grpSpPr>
              <a:xfrm>
                <a:off x="7329960" y="3963960"/>
                <a:ext cx="478080" cy="84600"/>
                <a:chOff x="7329960" y="3963960"/>
                <a:chExt cx="478080" cy="84600"/>
              </a:xfrm>
            </p:grpSpPr>
            <p:sp>
              <p:nvSpPr>
                <p:cNvPr id="115" name="Google Shape;795;p28"/>
                <p:cNvSpPr/>
                <p:nvPr/>
              </p:nvSpPr>
              <p:spPr>
                <a:xfrm>
                  <a:off x="73299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796;p28"/>
                <p:cNvSpPr/>
                <p:nvPr/>
              </p:nvSpPr>
              <p:spPr>
                <a:xfrm>
                  <a:off x="74282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797;p28"/>
                <p:cNvSpPr/>
                <p:nvPr/>
              </p:nvSpPr>
              <p:spPr>
                <a:xfrm>
                  <a:off x="75265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798;p28"/>
                <p:cNvSpPr/>
                <p:nvPr/>
              </p:nvSpPr>
              <p:spPr>
                <a:xfrm>
                  <a:off x="7625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799;p28"/>
                <p:cNvSpPr/>
                <p:nvPr/>
              </p:nvSpPr>
              <p:spPr>
                <a:xfrm>
                  <a:off x="7723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0" name="Google Shape;800;p28"/>
              <p:cNvGrpSpPr/>
              <p:nvPr/>
            </p:nvGrpSpPr>
            <p:grpSpPr>
              <a:xfrm>
                <a:off x="6465240" y="4095000"/>
                <a:ext cx="1462680" cy="86040"/>
                <a:chOff x="6465240" y="4095000"/>
                <a:chExt cx="1462680" cy="86040"/>
              </a:xfrm>
            </p:grpSpPr>
            <p:sp>
              <p:nvSpPr>
                <p:cNvPr id="121" name="Google Shape;801;p28"/>
                <p:cNvSpPr/>
                <p:nvPr/>
              </p:nvSpPr>
              <p:spPr>
                <a:xfrm>
                  <a:off x="64652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802;p28"/>
                <p:cNvSpPr/>
                <p:nvPr/>
              </p:nvSpPr>
              <p:spPr>
                <a:xfrm>
                  <a:off x="6579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803;p28"/>
                <p:cNvSpPr/>
                <p:nvPr/>
              </p:nvSpPr>
              <p:spPr>
                <a:xfrm>
                  <a:off x="6694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804;p28"/>
                <p:cNvSpPr/>
                <p:nvPr/>
              </p:nvSpPr>
              <p:spPr>
                <a:xfrm>
                  <a:off x="68094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805;p28"/>
                <p:cNvSpPr/>
                <p:nvPr/>
              </p:nvSpPr>
              <p:spPr>
                <a:xfrm>
                  <a:off x="6923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806;p28"/>
                <p:cNvSpPr/>
                <p:nvPr/>
              </p:nvSpPr>
              <p:spPr>
                <a:xfrm>
                  <a:off x="7038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807;p28"/>
                <p:cNvSpPr/>
                <p:nvPr/>
              </p:nvSpPr>
              <p:spPr>
                <a:xfrm>
                  <a:off x="7153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808;p28"/>
                <p:cNvSpPr/>
                <p:nvPr/>
              </p:nvSpPr>
              <p:spPr>
                <a:xfrm>
                  <a:off x="7268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809;p28"/>
                <p:cNvSpPr/>
                <p:nvPr/>
              </p:nvSpPr>
              <p:spPr>
                <a:xfrm>
                  <a:off x="7382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810;p28"/>
                <p:cNvSpPr/>
                <p:nvPr/>
              </p:nvSpPr>
              <p:spPr>
                <a:xfrm>
                  <a:off x="7497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811;p28"/>
                <p:cNvSpPr/>
                <p:nvPr/>
              </p:nvSpPr>
              <p:spPr>
                <a:xfrm>
                  <a:off x="76122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812;p28"/>
                <p:cNvSpPr/>
                <p:nvPr/>
              </p:nvSpPr>
              <p:spPr>
                <a:xfrm>
                  <a:off x="7727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813;p28"/>
                <p:cNvSpPr/>
                <p:nvPr/>
              </p:nvSpPr>
              <p:spPr>
                <a:xfrm>
                  <a:off x="7841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2"/>
                      </a:lnTo>
                      <a:lnTo>
                        <a:pt x="0" y="78582"/>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 name="Google Shape;814;p28"/>
              <p:cNvGrpSpPr/>
              <p:nvPr/>
            </p:nvGrpSpPr>
            <p:grpSpPr>
              <a:xfrm>
                <a:off x="6465240" y="4309560"/>
                <a:ext cx="1462680" cy="86040"/>
                <a:chOff x="6465240" y="4309560"/>
                <a:chExt cx="1462680" cy="86040"/>
              </a:xfrm>
            </p:grpSpPr>
            <p:sp>
              <p:nvSpPr>
                <p:cNvPr id="135" name="Google Shape;815;p28"/>
                <p:cNvSpPr/>
                <p:nvPr/>
              </p:nvSpPr>
              <p:spPr>
                <a:xfrm>
                  <a:off x="64652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816;p28"/>
                <p:cNvSpPr/>
                <p:nvPr/>
              </p:nvSpPr>
              <p:spPr>
                <a:xfrm>
                  <a:off x="6579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817;p28"/>
                <p:cNvSpPr/>
                <p:nvPr/>
              </p:nvSpPr>
              <p:spPr>
                <a:xfrm>
                  <a:off x="6694560" y="4309560"/>
                  <a:ext cx="546480" cy="86040"/>
                </a:xfrm>
                <a:custGeom>
                  <a:avLst/>
                  <a:gdLst>
                    <a:gd name="textAreaLeft" fmla="*/ 0 w 546480"/>
                    <a:gd name="textAreaRight" fmla="*/ 546840 w 546480"/>
                    <a:gd name="textAreaTop" fmla="*/ 0 h 86040"/>
                    <a:gd name="textAreaBottom" fmla="*/ 86400 h 86040"/>
                  </a:gdLst>
                  <a:ahLst/>
                  <a:cxnLst/>
                  <a:rect l="textAreaLeft" t="textAreaTop" r="textAreaRight" b="textAreaBottom"/>
                  <a:pathLst>
                    <a:path w="497300" h="78581">
                      <a:moveTo>
                        <a:pt x="0" y="0"/>
                      </a:moveTo>
                      <a:lnTo>
                        <a:pt x="497300" y="0"/>
                      </a:lnTo>
                      <a:lnTo>
                        <a:pt x="497300"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818;p28"/>
                <p:cNvSpPr/>
                <p:nvPr/>
              </p:nvSpPr>
              <p:spPr>
                <a:xfrm>
                  <a:off x="7268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819;p28"/>
                <p:cNvSpPr/>
                <p:nvPr/>
              </p:nvSpPr>
              <p:spPr>
                <a:xfrm>
                  <a:off x="7382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820;p28"/>
                <p:cNvSpPr/>
                <p:nvPr/>
              </p:nvSpPr>
              <p:spPr>
                <a:xfrm>
                  <a:off x="7497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821;p28"/>
                <p:cNvSpPr/>
                <p:nvPr/>
              </p:nvSpPr>
              <p:spPr>
                <a:xfrm>
                  <a:off x="761220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822;p28"/>
                <p:cNvSpPr/>
                <p:nvPr/>
              </p:nvSpPr>
              <p:spPr>
                <a:xfrm>
                  <a:off x="7727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823;p28"/>
                <p:cNvSpPr/>
                <p:nvPr/>
              </p:nvSpPr>
              <p:spPr>
                <a:xfrm>
                  <a:off x="7841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 name="Google Shape;824;p28"/>
              <p:cNvGrpSpPr/>
              <p:nvPr/>
            </p:nvGrpSpPr>
            <p:grpSpPr>
              <a:xfrm>
                <a:off x="6520320" y="4204080"/>
                <a:ext cx="1347840" cy="86040"/>
                <a:chOff x="6520320" y="4204080"/>
                <a:chExt cx="1347840" cy="86040"/>
              </a:xfrm>
            </p:grpSpPr>
            <p:sp>
              <p:nvSpPr>
                <p:cNvPr id="145" name="Google Shape;825;p28"/>
                <p:cNvSpPr/>
                <p:nvPr/>
              </p:nvSpPr>
              <p:spPr>
                <a:xfrm>
                  <a:off x="65203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826;p28"/>
                <p:cNvSpPr/>
                <p:nvPr/>
              </p:nvSpPr>
              <p:spPr>
                <a:xfrm>
                  <a:off x="6634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827;p28"/>
                <p:cNvSpPr/>
                <p:nvPr/>
              </p:nvSpPr>
              <p:spPr>
                <a:xfrm>
                  <a:off x="6749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828;p28"/>
                <p:cNvSpPr/>
                <p:nvPr/>
              </p:nvSpPr>
              <p:spPr>
                <a:xfrm>
                  <a:off x="68644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829;p28"/>
                <p:cNvSpPr/>
                <p:nvPr/>
              </p:nvSpPr>
              <p:spPr>
                <a:xfrm>
                  <a:off x="6978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830;p28"/>
                <p:cNvSpPr/>
                <p:nvPr/>
              </p:nvSpPr>
              <p:spPr>
                <a:xfrm>
                  <a:off x="7093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831;p28"/>
                <p:cNvSpPr/>
                <p:nvPr/>
              </p:nvSpPr>
              <p:spPr>
                <a:xfrm>
                  <a:off x="7208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832;p28"/>
                <p:cNvSpPr/>
                <p:nvPr/>
              </p:nvSpPr>
              <p:spPr>
                <a:xfrm>
                  <a:off x="7323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833;p28"/>
                <p:cNvSpPr/>
                <p:nvPr/>
              </p:nvSpPr>
              <p:spPr>
                <a:xfrm>
                  <a:off x="7437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834;p28"/>
                <p:cNvSpPr/>
                <p:nvPr/>
              </p:nvSpPr>
              <p:spPr>
                <a:xfrm>
                  <a:off x="7552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835;p28"/>
                <p:cNvSpPr/>
                <p:nvPr/>
              </p:nvSpPr>
              <p:spPr>
                <a:xfrm>
                  <a:off x="76672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836;p28"/>
                <p:cNvSpPr/>
                <p:nvPr/>
              </p:nvSpPr>
              <p:spPr>
                <a:xfrm>
                  <a:off x="7782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43200" bIns="43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7" name="Google Shape;837;p28"/>
              <p:cNvSpPr/>
              <p:nvPr/>
            </p:nvSpPr>
            <p:spPr>
              <a:xfrm>
                <a:off x="7885440" y="3962880"/>
                <a:ext cx="40680" cy="40680"/>
              </a:xfrm>
              <a:custGeom>
                <a:avLst/>
                <a:gdLst>
                  <a:gd name="textAreaLeft" fmla="*/ 0 w 40680"/>
                  <a:gd name="textAreaRight" fmla="*/ 41040 w 40680"/>
                  <a:gd name="textAreaTop" fmla="*/ 0 h 40680"/>
                  <a:gd name="textAreaBottom" fmla="*/ 41040 h 40680"/>
                </a:gdLst>
                <a:ahLst/>
                <a:cxnLst/>
                <a:rect l="textAreaLeft" t="textAreaTop" r="textAreaRight" b="textAreaBottom"/>
                <a:pathLst>
                  <a:path w="37338" h="37338">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8" name="Google Shape;838;p28"/>
            <p:cNvGrpSpPr/>
            <p:nvPr/>
          </p:nvGrpSpPr>
          <p:grpSpPr>
            <a:xfrm>
              <a:off x="6368040" y="2012760"/>
              <a:ext cx="1447920" cy="1250280"/>
              <a:chOff x="6368040" y="2012760"/>
              <a:chExt cx="1447920" cy="1250280"/>
            </a:xfrm>
          </p:grpSpPr>
          <p:sp>
            <p:nvSpPr>
              <p:cNvPr id="159" name="Google Shape;839;p28"/>
              <p:cNvSpPr/>
              <p:nvPr/>
            </p:nvSpPr>
            <p:spPr>
              <a:xfrm>
                <a:off x="6368040" y="2012760"/>
                <a:ext cx="1447920" cy="1250280"/>
              </a:xfrm>
              <a:custGeom>
                <a:avLst/>
                <a:gdLst>
                  <a:gd name="textAreaLeft" fmla="*/ 0 w 1447920"/>
                  <a:gd name="textAreaRight" fmla="*/ 1448280 w 1447920"/>
                  <a:gd name="textAreaTop" fmla="*/ 0 h 1250280"/>
                  <a:gd name="textAreaBottom" fmla="*/ 1250640 h 1250280"/>
                </a:gdLst>
                <a:ahLst/>
                <a:cxnLst/>
                <a:rect l="textAreaLeft" t="textAreaTop" r="textAreaRight" b="textAreaBottom"/>
                <a:pathLst>
                  <a:path w="1318259" h="1915286">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 name="Google Shape;840;p28"/>
              <p:cNvSpPr/>
              <p:nvPr/>
            </p:nvSpPr>
            <p:spPr>
              <a:xfrm>
                <a:off x="6368040" y="2012760"/>
                <a:ext cx="1447920" cy="102960"/>
              </a:xfrm>
              <a:custGeom>
                <a:avLst/>
                <a:gdLst>
                  <a:gd name="textAreaLeft" fmla="*/ 0 w 1447920"/>
                  <a:gd name="textAreaRight" fmla="*/ 1448280 w 1447920"/>
                  <a:gd name="textAreaTop" fmla="*/ 0 h 102960"/>
                  <a:gd name="textAreaBottom" fmla="*/ 103320 h 102960"/>
                </a:gdLst>
                <a:ahLst/>
                <a:cxnLst/>
                <a:rect l="textAreaLeft" t="textAreaTop" r="textAreaRight" b="textAreaBottom"/>
                <a:pathLst>
                  <a:path w="1318259" h="94107">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1" name="Google Shape;841;p28"/>
              <p:cNvGrpSpPr/>
              <p:nvPr/>
            </p:nvGrpSpPr>
            <p:grpSpPr>
              <a:xfrm>
                <a:off x="7606440" y="2051640"/>
                <a:ext cx="154440" cy="33840"/>
                <a:chOff x="7606440" y="2051640"/>
                <a:chExt cx="154440" cy="33840"/>
              </a:xfrm>
            </p:grpSpPr>
            <p:sp>
              <p:nvSpPr>
                <p:cNvPr id="162" name="Google Shape;842;p28"/>
                <p:cNvSpPr/>
                <p:nvPr/>
              </p:nvSpPr>
              <p:spPr>
                <a:xfrm>
                  <a:off x="77270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843;p28"/>
                <p:cNvSpPr/>
                <p:nvPr/>
              </p:nvSpPr>
              <p:spPr>
                <a:xfrm>
                  <a:off x="766656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844;p28"/>
                <p:cNvSpPr/>
                <p:nvPr/>
              </p:nvSpPr>
              <p:spPr>
                <a:xfrm>
                  <a:off x="76064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5" name="Google Shape;845;p28"/>
              <p:cNvSpPr/>
              <p:nvPr/>
            </p:nvSpPr>
            <p:spPr>
              <a:xfrm>
                <a:off x="6390000" y="2137680"/>
                <a:ext cx="1403640" cy="561600"/>
              </a:xfrm>
              <a:custGeom>
                <a:avLst/>
                <a:gdLst>
                  <a:gd name="textAreaLeft" fmla="*/ 0 w 1403640"/>
                  <a:gd name="textAreaRight" fmla="*/ 1404000 w 1403640"/>
                  <a:gd name="textAreaTop" fmla="*/ 0 h 561600"/>
                  <a:gd name="textAreaBottom" fmla="*/ 561960 h 561600"/>
                </a:gdLst>
                <a:ahLst/>
                <a:cxnLst/>
                <a:rect l="textAreaLeft" t="textAreaTop" r="textAreaRight" b="textAreaBottom"/>
                <a:pathLst>
                  <a:path w="1278064" h="511682">
                    <a:moveTo>
                      <a:pt x="0" y="0"/>
                    </a:moveTo>
                    <a:lnTo>
                      <a:pt x="1278064" y="0"/>
                    </a:lnTo>
                    <a:lnTo>
                      <a:pt x="1278064" y="511683"/>
                    </a:lnTo>
                    <a:lnTo>
                      <a:pt x="0" y="511683"/>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846;p28"/>
              <p:cNvSpPr/>
              <p:nvPr/>
            </p:nvSpPr>
            <p:spPr>
              <a:xfrm>
                <a:off x="6430320" y="2758320"/>
                <a:ext cx="386280" cy="335520"/>
              </a:xfrm>
              <a:custGeom>
                <a:avLst/>
                <a:gdLst>
                  <a:gd name="textAreaLeft" fmla="*/ 0 w 386280"/>
                  <a:gd name="textAreaRight" fmla="*/ 386640 w 386280"/>
                  <a:gd name="textAreaTop" fmla="*/ 0 h 335520"/>
                  <a:gd name="textAreaBottom" fmla="*/ 335880 h 335520"/>
                </a:gdLst>
                <a:ahLst/>
                <a:cxnLst/>
                <a:rect l="textAreaLeft" t="textAreaTop" r="textAreaRight" b="textAreaBottom"/>
                <a:pathLst>
                  <a:path w="352044" h="305657">
                    <a:moveTo>
                      <a:pt x="0" y="0"/>
                    </a:moveTo>
                    <a:lnTo>
                      <a:pt x="352044" y="0"/>
                    </a:lnTo>
                    <a:lnTo>
                      <a:pt x="352044" y="305657"/>
                    </a:lnTo>
                    <a:lnTo>
                      <a:pt x="0" y="305657"/>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847;p28"/>
              <p:cNvSpPr/>
              <p:nvPr/>
            </p:nvSpPr>
            <p:spPr>
              <a:xfrm>
                <a:off x="6854760" y="27583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848;p28"/>
              <p:cNvSpPr/>
              <p:nvPr/>
            </p:nvSpPr>
            <p:spPr>
              <a:xfrm>
                <a:off x="6854760" y="282060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849;p28"/>
              <p:cNvSpPr/>
              <p:nvPr/>
            </p:nvSpPr>
            <p:spPr>
              <a:xfrm>
                <a:off x="6854760" y="288324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850;p28"/>
              <p:cNvSpPr/>
              <p:nvPr/>
            </p:nvSpPr>
            <p:spPr>
              <a:xfrm>
                <a:off x="6854760" y="29455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1" name="Google Shape;851;p28"/>
              <p:cNvGrpSpPr/>
              <p:nvPr/>
            </p:nvGrpSpPr>
            <p:grpSpPr>
              <a:xfrm>
                <a:off x="7497000" y="3038040"/>
                <a:ext cx="263880" cy="56160"/>
                <a:chOff x="7497000" y="3038040"/>
                <a:chExt cx="263880" cy="56160"/>
              </a:xfrm>
            </p:grpSpPr>
            <p:sp>
              <p:nvSpPr>
                <p:cNvPr id="172" name="Google Shape;852;p28"/>
                <p:cNvSpPr/>
                <p:nvPr/>
              </p:nvSpPr>
              <p:spPr>
                <a:xfrm>
                  <a:off x="7497000" y="3038040"/>
                  <a:ext cx="263880" cy="56160"/>
                </a:xfrm>
                <a:custGeom>
                  <a:avLst/>
                  <a:gdLst>
                    <a:gd name="textAreaLeft" fmla="*/ 0 w 263880"/>
                    <a:gd name="textAreaRight" fmla="*/ 264240 w 263880"/>
                    <a:gd name="textAreaTop" fmla="*/ 0 h 56160"/>
                    <a:gd name="textAreaBottom" fmla="*/ 56520 h 56160"/>
                  </a:gdLst>
                  <a:ahLst/>
                  <a:cxnLst/>
                  <a:rect l="textAreaLeft" t="textAreaTop" r="textAreaRight" b="textAreaBottom"/>
                  <a:pathLst>
                    <a:path w="240411" h="51434">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853;p28"/>
                <p:cNvSpPr/>
                <p:nvPr/>
              </p:nvSpPr>
              <p:spPr>
                <a:xfrm>
                  <a:off x="7569720" y="3053520"/>
                  <a:ext cx="118800" cy="25200"/>
                </a:xfrm>
                <a:custGeom>
                  <a:avLst/>
                  <a:gdLst>
                    <a:gd name="textAreaLeft" fmla="*/ 0 w 118800"/>
                    <a:gd name="textAreaRight" fmla="*/ 119160 w 118800"/>
                    <a:gd name="textAreaTop" fmla="*/ 0 h 25200"/>
                    <a:gd name="textAreaBottom" fmla="*/ 25560 h 25200"/>
                  </a:gdLst>
                  <a:ahLst/>
                  <a:cxnLst/>
                  <a:rect l="textAreaLeft" t="textAreaTop" r="textAreaRight" b="textAreaBottom"/>
                  <a:pathLst>
                    <a:path w="108204" h="2324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4" name="Google Shape;854;p28"/>
              <p:cNvGrpSpPr/>
              <p:nvPr/>
            </p:nvGrpSpPr>
            <p:grpSpPr>
              <a:xfrm>
                <a:off x="6430680" y="2372400"/>
                <a:ext cx="1330560" cy="108720"/>
                <a:chOff x="6430680" y="2372400"/>
                <a:chExt cx="1330560" cy="108720"/>
              </a:xfrm>
            </p:grpSpPr>
            <p:sp>
              <p:nvSpPr>
                <p:cNvPr id="175" name="Google Shape;855;p28"/>
                <p:cNvSpPr/>
                <p:nvPr/>
              </p:nvSpPr>
              <p:spPr>
                <a:xfrm>
                  <a:off x="64306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49625"/>
                      </a:moveTo>
                      <a:lnTo>
                        <a:pt x="49625" y="99251"/>
                      </a:lnTo>
                      <a:lnTo>
                        <a:pt x="49625" y="0"/>
                      </a:lnTo>
                      <a:lnTo>
                        <a:pt x="0" y="49625"/>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856;p28"/>
                <p:cNvSpPr/>
                <p:nvPr/>
              </p:nvSpPr>
              <p:spPr>
                <a:xfrm>
                  <a:off x="77068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0"/>
                      </a:moveTo>
                      <a:lnTo>
                        <a:pt x="0" y="99251"/>
                      </a:lnTo>
                      <a:lnTo>
                        <a:pt x="49625" y="49625"/>
                      </a:ln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7" name="Google Shape;857;p28"/>
              <p:cNvGrpSpPr/>
              <p:nvPr/>
            </p:nvGrpSpPr>
            <p:grpSpPr>
              <a:xfrm>
                <a:off x="6996960" y="2669040"/>
                <a:ext cx="191520" cy="19440"/>
                <a:chOff x="6996960" y="2669040"/>
                <a:chExt cx="191520" cy="19440"/>
              </a:xfrm>
            </p:grpSpPr>
            <p:sp>
              <p:nvSpPr>
                <p:cNvPr id="178" name="Google Shape;858;p28"/>
                <p:cNvSpPr/>
                <p:nvPr/>
              </p:nvSpPr>
              <p:spPr>
                <a:xfrm>
                  <a:off x="69969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859;p28"/>
                <p:cNvSpPr/>
                <p:nvPr/>
              </p:nvSpPr>
              <p:spPr>
                <a:xfrm>
                  <a:off x="70401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860;p28"/>
                <p:cNvSpPr/>
                <p:nvPr/>
              </p:nvSpPr>
              <p:spPr>
                <a:xfrm>
                  <a:off x="70830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861;p28"/>
                <p:cNvSpPr/>
                <p:nvPr/>
              </p:nvSpPr>
              <p:spPr>
                <a:xfrm>
                  <a:off x="71262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862;p28"/>
                <p:cNvSpPr/>
                <p:nvPr/>
              </p:nvSpPr>
              <p:spPr>
                <a:xfrm>
                  <a:off x="716904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3" name="Google Shape;863;p28"/>
              <p:cNvSpPr/>
              <p:nvPr/>
            </p:nvSpPr>
            <p:spPr>
              <a:xfrm>
                <a:off x="6430320" y="3151800"/>
                <a:ext cx="1328760" cy="10080"/>
              </a:xfrm>
              <a:custGeom>
                <a:avLst/>
                <a:gdLst>
                  <a:gd name="textAreaLeft" fmla="*/ 0 w 1328760"/>
                  <a:gd name="textAreaRight" fmla="*/ 1329120 w 1328760"/>
                  <a:gd name="textAreaTop" fmla="*/ 0 h 10080"/>
                  <a:gd name="textAreaBottom" fmla="*/ 10440 h 10080"/>
                </a:gdLst>
                <a:ahLst/>
                <a:cxnLst/>
                <a:rect l="textAreaLeft" t="textAreaTop" r="textAreaRight" b="textAreaBottom"/>
                <a:pathLst>
                  <a:path w="1210055" h="9525">
                    <a:moveTo>
                      <a:pt x="0" y="0"/>
                    </a:moveTo>
                    <a:lnTo>
                      <a:pt x="1210056" y="0"/>
                    </a:lnTo>
                  </a:path>
                </a:pathLst>
              </a:custGeom>
              <a:noFill/>
              <a:ln w="17525">
                <a:solidFill>
                  <a:srgbClr val="FFFFFF"/>
                </a:solidFill>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4" name="Google Shape;864;p28"/>
              <p:cNvGrpSpPr/>
              <p:nvPr/>
            </p:nvGrpSpPr>
            <p:grpSpPr>
              <a:xfrm>
                <a:off x="6378120" y="2678760"/>
                <a:ext cx="504360" cy="504720"/>
                <a:chOff x="6378120" y="2678760"/>
                <a:chExt cx="504360" cy="504720"/>
              </a:xfrm>
            </p:grpSpPr>
            <p:grpSp>
              <p:nvGrpSpPr>
                <p:cNvPr id="185" name="Google Shape;865;p28"/>
                <p:cNvGrpSpPr/>
                <p:nvPr/>
              </p:nvGrpSpPr>
              <p:grpSpPr>
                <a:xfrm>
                  <a:off x="6391440" y="2692440"/>
                  <a:ext cx="488160" cy="487800"/>
                  <a:chOff x="6391440" y="2692440"/>
                  <a:chExt cx="488160" cy="487800"/>
                </a:xfrm>
              </p:grpSpPr>
              <p:sp>
                <p:nvSpPr>
                  <p:cNvPr id="186" name="Google Shape;866;p28"/>
                  <p:cNvSpPr/>
                  <p:nvPr/>
                </p:nvSpPr>
                <p:spPr>
                  <a:xfrm>
                    <a:off x="6408720" y="317016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388048" y="0"/>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867;p28"/>
                  <p:cNvSpPr/>
                  <p:nvPr/>
                </p:nvSpPr>
                <p:spPr>
                  <a:xfrm>
                    <a:off x="6391440" y="270936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388049"/>
                        </a:moveTo>
                        <a:lnTo>
                          <a:pt x="0"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868;p28"/>
                  <p:cNvSpPr/>
                  <p:nvPr/>
                </p:nvSpPr>
                <p:spPr>
                  <a:xfrm>
                    <a:off x="6425640" y="269244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0" y="0"/>
                        </a:moveTo>
                        <a:lnTo>
                          <a:pt x="388048" y="0"/>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869;p28"/>
                  <p:cNvSpPr/>
                  <p:nvPr/>
                </p:nvSpPr>
                <p:spPr>
                  <a:xfrm>
                    <a:off x="6869520" y="272628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0"/>
                        </a:moveTo>
                        <a:lnTo>
                          <a:pt x="0" y="388049"/>
                        </a:lnTo>
                      </a:path>
                    </a:pathLst>
                  </a:custGeom>
                  <a:solidFill>
                    <a:schemeClr val="dk1"/>
                  </a:solidFill>
                  <a:ln w="1580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0" name="Google Shape;870;p28"/>
                <p:cNvGrpSpPr/>
                <p:nvPr/>
              </p:nvGrpSpPr>
              <p:grpSpPr>
                <a:xfrm>
                  <a:off x="6378120" y="2678760"/>
                  <a:ext cx="504360" cy="504720"/>
                  <a:chOff x="6378120" y="2678760"/>
                  <a:chExt cx="504360" cy="504720"/>
                </a:xfrm>
              </p:grpSpPr>
              <p:grpSp>
                <p:nvGrpSpPr>
                  <p:cNvPr id="191" name="Google Shape;871;p28"/>
                  <p:cNvGrpSpPr/>
                  <p:nvPr/>
                </p:nvGrpSpPr>
                <p:grpSpPr>
                  <a:xfrm>
                    <a:off x="6378120" y="2678760"/>
                    <a:ext cx="504360" cy="26640"/>
                    <a:chOff x="6378120" y="2678760"/>
                    <a:chExt cx="504360" cy="26640"/>
                  </a:xfrm>
                </p:grpSpPr>
                <p:sp>
                  <p:nvSpPr>
                    <p:cNvPr id="192" name="Google Shape;872;p28"/>
                    <p:cNvSpPr/>
                    <p:nvPr/>
                  </p:nvSpPr>
                  <p:spPr>
                    <a:xfrm>
                      <a:off x="637812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873;p28"/>
                    <p:cNvSpPr/>
                    <p:nvPr/>
                  </p:nvSpPr>
                  <p:spPr>
                    <a:xfrm>
                      <a:off x="661680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874;p28"/>
                    <p:cNvSpPr/>
                    <p:nvPr/>
                  </p:nvSpPr>
                  <p:spPr>
                    <a:xfrm>
                      <a:off x="685584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5" name="Google Shape;875;p28"/>
                  <p:cNvGrpSpPr/>
                  <p:nvPr/>
                </p:nvGrpSpPr>
                <p:grpSpPr>
                  <a:xfrm>
                    <a:off x="6378120" y="2917800"/>
                    <a:ext cx="504360" cy="26640"/>
                    <a:chOff x="6378120" y="2917800"/>
                    <a:chExt cx="504360" cy="26640"/>
                  </a:xfrm>
                </p:grpSpPr>
                <p:sp>
                  <p:nvSpPr>
                    <p:cNvPr id="196" name="Google Shape;876;p28"/>
                    <p:cNvSpPr/>
                    <p:nvPr/>
                  </p:nvSpPr>
                  <p:spPr>
                    <a:xfrm>
                      <a:off x="637812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877;p28"/>
                    <p:cNvSpPr/>
                    <p:nvPr/>
                  </p:nvSpPr>
                  <p:spPr>
                    <a:xfrm>
                      <a:off x="685584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8" name="Google Shape;878;p28"/>
                  <p:cNvGrpSpPr/>
                  <p:nvPr/>
                </p:nvGrpSpPr>
                <p:grpSpPr>
                  <a:xfrm>
                    <a:off x="6378120" y="3156840"/>
                    <a:ext cx="504360" cy="26640"/>
                    <a:chOff x="6378120" y="3156840"/>
                    <a:chExt cx="504360" cy="26640"/>
                  </a:xfrm>
                </p:grpSpPr>
                <p:sp>
                  <p:nvSpPr>
                    <p:cNvPr id="199" name="Google Shape;879;p28"/>
                    <p:cNvSpPr/>
                    <p:nvPr/>
                  </p:nvSpPr>
                  <p:spPr>
                    <a:xfrm>
                      <a:off x="637812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880;p28"/>
                    <p:cNvSpPr/>
                    <p:nvPr/>
                  </p:nvSpPr>
                  <p:spPr>
                    <a:xfrm>
                      <a:off x="661680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881;p28"/>
                    <p:cNvSpPr/>
                    <p:nvPr/>
                  </p:nvSpPr>
                  <p:spPr>
                    <a:xfrm>
                      <a:off x="685584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202" name="Google Shape;882;p28"/>
            <p:cNvGrpSpPr/>
            <p:nvPr/>
          </p:nvGrpSpPr>
          <p:grpSpPr>
            <a:xfrm>
              <a:off x="5248800" y="1817280"/>
              <a:ext cx="478800" cy="594720"/>
              <a:chOff x="5248800" y="1817280"/>
              <a:chExt cx="478800" cy="594720"/>
            </a:xfrm>
          </p:grpSpPr>
          <p:grpSp>
            <p:nvGrpSpPr>
              <p:cNvPr id="203" name="Google Shape;883;p28"/>
              <p:cNvGrpSpPr/>
              <p:nvPr/>
            </p:nvGrpSpPr>
            <p:grpSpPr>
              <a:xfrm>
                <a:off x="5248800" y="1817280"/>
                <a:ext cx="478800" cy="594720"/>
                <a:chOff x="5248800" y="1817280"/>
                <a:chExt cx="478800" cy="594720"/>
              </a:xfrm>
            </p:grpSpPr>
            <p:sp>
              <p:nvSpPr>
                <p:cNvPr id="204" name="Google Shape;884;p28"/>
                <p:cNvSpPr/>
                <p:nvPr/>
              </p:nvSpPr>
              <p:spPr>
                <a:xfrm>
                  <a:off x="5248800" y="181728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5" name="Google Shape;885;p28"/>
                <p:cNvGrpSpPr/>
                <p:nvPr/>
              </p:nvGrpSpPr>
              <p:grpSpPr>
                <a:xfrm>
                  <a:off x="5498280" y="1851840"/>
                  <a:ext cx="181080" cy="45360"/>
                  <a:chOff x="5498280" y="1851840"/>
                  <a:chExt cx="181080" cy="45360"/>
                </a:xfrm>
              </p:grpSpPr>
              <p:sp>
                <p:nvSpPr>
                  <p:cNvPr id="206" name="Google Shape;886;p28"/>
                  <p:cNvSpPr/>
                  <p:nvPr/>
                </p:nvSpPr>
                <p:spPr>
                  <a:xfrm>
                    <a:off x="563400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 name="Google Shape;887;p28"/>
                  <p:cNvSpPr/>
                  <p:nvPr/>
                </p:nvSpPr>
                <p:spPr>
                  <a:xfrm>
                    <a:off x="556632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888;p28"/>
                  <p:cNvSpPr/>
                  <p:nvPr/>
                </p:nvSpPr>
                <p:spPr>
                  <a:xfrm>
                    <a:off x="549828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09" name="Google Shape;889;p28"/>
              <p:cNvGrpSpPr/>
              <p:nvPr/>
            </p:nvGrpSpPr>
            <p:grpSpPr>
              <a:xfrm>
                <a:off x="5287680" y="1932120"/>
                <a:ext cx="394560" cy="412560"/>
                <a:chOff x="5287680" y="1932120"/>
                <a:chExt cx="394560" cy="412560"/>
              </a:xfrm>
            </p:grpSpPr>
            <p:sp>
              <p:nvSpPr>
                <p:cNvPr id="210" name="Google Shape;890;p28"/>
                <p:cNvSpPr/>
                <p:nvPr/>
              </p:nvSpPr>
              <p:spPr>
                <a:xfrm>
                  <a:off x="5287680" y="216540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891;p28"/>
                <p:cNvSpPr/>
                <p:nvPr/>
              </p:nvSpPr>
              <p:spPr>
                <a:xfrm>
                  <a:off x="5293440" y="193212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12" name="Google Shape;892;p28"/>
            <p:cNvGrpSpPr/>
            <p:nvPr/>
          </p:nvGrpSpPr>
          <p:grpSpPr>
            <a:xfrm>
              <a:off x="7810920" y="2543040"/>
              <a:ext cx="1047600" cy="27000"/>
              <a:chOff x="7810920" y="2543040"/>
              <a:chExt cx="1047600" cy="27000"/>
            </a:xfrm>
          </p:grpSpPr>
          <p:sp>
            <p:nvSpPr>
              <p:cNvPr id="213" name="Google Shape;893;p28"/>
              <p:cNvSpPr/>
              <p:nvPr/>
            </p:nvSpPr>
            <p:spPr>
              <a:xfrm>
                <a:off x="7823880" y="2556720"/>
                <a:ext cx="1021680" cy="10080"/>
              </a:xfrm>
              <a:custGeom>
                <a:avLst/>
                <a:gdLst>
                  <a:gd name="textAreaLeft" fmla="*/ 0 w 1021680"/>
                  <a:gd name="textAreaRight" fmla="*/ 1022040 w 1021680"/>
                  <a:gd name="textAreaTop" fmla="*/ 0 h 10080"/>
                  <a:gd name="textAreaBottom" fmla="*/ 10440 h 10080"/>
                </a:gdLst>
                <a:ahLst/>
                <a:cxnLst/>
                <a:rect l="textAreaLeft" t="textAreaTop" r="textAreaRight" b="textAreaBottom"/>
                <a:pathLst>
                  <a:path w="929354" h="9525">
                    <a:moveTo>
                      <a:pt x="929354" y="0"/>
                    </a:moveTo>
                    <a:lnTo>
                      <a:pt x="0" y="0"/>
                    </a:lnTo>
                  </a:path>
                </a:pathLst>
              </a:custGeom>
              <a:solidFill>
                <a:schemeClr val="accent4"/>
              </a:solidFill>
              <a:ln w="10950">
                <a:solidFill>
                  <a:srgbClr val="6F7082"/>
                </a:solidFill>
                <a:prstDash val="dashDot"/>
                <a:miter/>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894;p28"/>
              <p:cNvSpPr/>
              <p:nvPr/>
            </p:nvSpPr>
            <p:spPr>
              <a:xfrm>
                <a:off x="88315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895;p28"/>
              <p:cNvSpPr/>
              <p:nvPr/>
            </p:nvSpPr>
            <p:spPr>
              <a:xfrm>
                <a:off x="78109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6" name="Google Shape;896;p28"/>
            <p:cNvGrpSpPr/>
            <p:nvPr/>
          </p:nvGrpSpPr>
          <p:grpSpPr>
            <a:xfrm>
              <a:off x="8348400" y="2013480"/>
              <a:ext cx="657360" cy="856440"/>
              <a:chOff x="8348400" y="2013480"/>
              <a:chExt cx="657360" cy="856440"/>
            </a:xfrm>
          </p:grpSpPr>
          <p:grpSp>
            <p:nvGrpSpPr>
              <p:cNvPr id="217" name="Google Shape;897;p28"/>
              <p:cNvGrpSpPr/>
              <p:nvPr/>
            </p:nvGrpSpPr>
            <p:grpSpPr>
              <a:xfrm>
                <a:off x="8348400" y="2013480"/>
                <a:ext cx="657360" cy="856440"/>
                <a:chOff x="8348400" y="2013480"/>
                <a:chExt cx="657360" cy="856440"/>
              </a:xfrm>
            </p:grpSpPr>
            <p:sp>
              <p:nvSpPr>
                <p:cNvPr id="218" name="Google Shape;898;p28"/>
                <p:cNvSpPr/>
                <p:nvPr/>
              </p:nvSpPr>
              <p:spPr>
                <a:xfrm>
                  <a:off x="8348400" y="2013480"/>
                  <a:ext cx="657360" cy="856440"/>
                </a:xfrm>
                <a:custGeom>
                  <a:avLst/>
                  <a:gdLst>
                    <a:gd name="textAreaLeft" fmla="*/ 0 w 657360"/>
                    <a:gd name="textAreaRight" fmla="*/ 657720 w 657360"/>
                    <a:gd name="textAreaTop" fmla="*/ 0 h 856440"/>
                    <a:gd name="textAreaBottom" fmla="*/ 856800 h 856440"/>
                  </a:gdLst>
                  <a:ahLst/>
                  <a:cxnLst/>
                  <a:rect l="textAreaLeft" t="textAreaTop" r="textAreaRight" b="textAreaBottom"/>
                  <a:pathLst>
                    <a:path w="598074" h="779145">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9" name="Google Shape;899;p28"/>
                <p:cNvGrpSpPr/>
                <p:nvPr/>
              </p:nvGrpSpPr>
              <p:grpSpPr>
                <a:xfrm>
                  <a:off x="8776800" y="2047680"/>
                  <a:ext cx="180720" cy="45360"/>
                  <a:chOff x="8776800" y="2047680"/>
                  <a:chExt cx="180720" cy="45360"/>
                </a:xfrm>
              </p:grpSpPr>
              <p:sp>
                <p:nvSpPr>
                  <p:cNvPr id="220" name="Google Shape;900;p28"/>
                  <p:cNvSpPr/>
                  <p:nvPr/>
                </p:nvSpPr>
                <p:spPr>
                  <a:xfrm>
                    <a:off x="891216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8">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901;p28"/>
                  <p:cNvSpPr/>
                  <p:nvPr/>
                </p:nvSpPr>
                <p:spPr>
                  <a:xfrm>
                    <a:off x="884448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902;p28"/>
                  <p:cNvSpPr/>
                  <p:nvPr/>
                </p:nvSpPr>
                <p:spPr>
                  <a:xfrm>
                    <a:off x="877680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23" name="Google Shape;903;p28"/>
              <p:cNvGrpSpPr/>
              <p:nvPr/>
            </p:nvGrpSpPr>
            <p:grpSpPr>
              <a:xfrm>
                <a:off x="8426520" y="2190960"/>
                <a:ext cx="504000" cy="527040"/>
                <a:chOff x="8426520" y="2190960"/>
                <a:chExt cx="504000" cy="527040"/>
              </a:xfrm>
            </p:grpSpPr>
            <p:sp>
              <p:nvSpPr>
                <p:cNvPr id="224" name="Google Shape;904;p28"/>
                <p:cNvSpPr/>
                <p:nvPr/>
              </p:nvSpPr>
              <p:spPr>
                <a:xfrm>
                  <a:off x="8426520" y="2489040"/>
                  <a:ext cx="501840" cy="228960"/>
                </a:xfrm>
                <a:custGeom>
                  <a:avLst/>
                  <a:gdLst>
                    <a:gd name="textAreaLeft" fmla="*/ 0 w 501840"/>
                    <a:gd name="textAreaRight" fmla="*/ 502200 w 501840"/>
                    <a:gd name="textAreaTop" fmla="*/ 0 h 228960"/>
                    <a:gd name="textAreaBottom" fmla="*/ 229320 h 228960"/>
                  </a:gdLst>
                  <a:ahLst/>
                  <a:cxnLst/>
                  <a:rect l="textAreaLeft" t="textAreaTop" r="textAreaRight" b="textAreaBottom"/>
                  <a:pathLst>
                    <a:path w="456723" h="208597">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905;p28"/>
                <p:cNvSpPr/>
                <p:nvPr/>
              </p:nvSpPr>
              <p:spPr>
                <a:xfrm>
                  <a:off x="8433720" y="2190960"/>
                  <a:ext cx="496800" cy="252720"/>
                </a:xfrm>
                <a:custGeom>
                  <a:avLst/>
                  <a:gdLst>
                    <a:gd name="textAreaLeft" fmla="*/ 0 w 496800"/>
                    <a:gd name="textAreaRight" fmla="*/ 497160 w 496800"/>
                    <a:gd name="textAreaTop" fmla="*/ 0 h 252720"/>
                    <a:gd name="textAreaBottom" fmla="*/ 253080 h 252720"/>
                  </a:gdLst>
                  <a:ahLst/>
                  <a:cxnLst/>
                  <a:rect l="textAreaLeft" t="textAreaTop" r="textAreaRight" b="textAreaBottom"/>
                  <a:pathLst>
                    <a:path w="452246" h="230219">
                      <a:moveTo>
                        <a:pt x="0" y="0"/>
                      </a:moveTo>
                      <a:lnTo>
                        <a:pt x="452247" y="0"/>
                      </a:lnTo>
                      <a:lnTo>
                        <a:pt x="452247" y="230219"/>
                      </a:lnTo>
                      <a:lnTo>
                        <a:pt x="0" y="230219"/>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26" name="Google Shape;906;p28"/>
            <p:cNvGrpSpPr/>
            <p:nvPr/>
          </p:nvGrpSpPr>
          <p:grpSpPr>
            <a:xfrm>
              <a:off x="5165280" y="2950920"/>
              <a:ext cx="645120" cy="1166400"/>
              <a:chOff x="5165280" y="2950920"/>
              <a:chExt cx="645120" cy="1166400"/>
            </a:xfrm>
          </p:grpSpPr>
          <p:grpSp>
            <p:nvGrpSpPr>
              <p:cNvPr id="227" name="Google Shape;907;p28"/>
              <p:cNvGrpSpPr/>
              <p:nvPr/>
            </p:nvGrpSpPr>
            <p:grpSpPr>
              <a:xfrm>
                <a:off x="5165280" y="2950920"/>
                <a:ext cx="645120" cy="1166400"/>
                <a:chOff x="5165280" y="2950920"/>
                <a:chExt cx="645120" cy="1166400"/>
              </a:xfrm>
            </p:grpSpPr>
            <p:grpSp>
              <p:nvGrpSpPr>
                <p:cNvPr id="228" name="Google Shape;908;p28"/>
                <p:cNvGrpSpPr/>
                <p:nvPr/>
              </p:nvGrpSpPr>
              <p:grpSpPr>
                <a:xfrm>
                  <a:off x="5165280" y="2950920"/>
                  <a:ext cx="645120" cy="1166400"/>
                  <a:chOff x="5165280" y="2950920"/>
                  <a:chExt cx="645120" cy="1166400"/>
                </a:xfrm>
              </p:grpSpPr>
              <p:sp>
                <p:nvSpPr>
                  <p:cNvPr id="229" name="Google Shape;909;p28"/>
                  <p:cNvSpPr/>
                  <p:nvPr/>
                </p:nvSpPr>
                <p:spPr>
                  <a:xfrm>
                    <a:off x="5165280" y="295092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910;p28"/>
                  <p:cNvSpPr/>
                  <p:nvPr/>
                </p:nvSpPr>
                <p:spPr>
                  <a:xfrm>
                    <a:off x="5401440" y="298728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1" name="Google Shape;911;p28"/>
                <p:cNvSpPr/>
                <p:nvPr/>
              </p:nvSpPr>
              <p:spPr>
                <a:xfrm>
                  <a:off x="5210640" y="309600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32" name="Google Shape;912;p28"/>
                <p:cNvGrpSpPr/>
                <p:nvPr/>
              </p:nvGrpSpPr>
              <p:grpSpPr>
                <a:xfrm>
                  <a:off x="5275440" y="3575160"/>
                  <a:ext cx="425160" cy="172440"/>
                  <a:chOff x="5275440" y="3575160"/>
                  <a:chExt cx="425160" cy="172440"/>
                </a:xfrm>
              </p:grpSpPr>
              <p:grpSp>
                <p:nvGrpSpPr>
                  <p:cNvPr id="233" name="Google Shape;913;p28"/>
                  <p:cNvGrpSpPr/>
                  <p:nvPr/>
                </p:nvGrpSpPr>
                <p:grpSpPr>
                  <a:xfrm>
                    <a:off x="5275440" y="3575160"/>
                    <a:ext cx="425160" cy="172440"/>
                    <a:chOff x="5275440" y="3575160"/>
                    <a:chExt cx="425160" cy="172440"/>
                  </a:xfrm>
                </p:grpSpPr>
                <p:grpSp>
                  <p:nvGrpSpPr>
                    <p:cNvPr id="234" name="Google Shape;914;p28"/>
                    <p:cNvGrpSpPr/>
                    <p:nvPr/>
                  </p:nvGrpSpPr>
                  <p:grpSpPr>
                    <a:xfrm>
                      <a:off x="5275440" y="3575160"/>
                      <a:ext cx="425160" cy="71640"/>
                      <a:chOff x="5275440" y="3575160"/>
                      <a:chExt cx="425160" cy="71640"/>
                    </a:xfrm>
                  </p:grpSpPr>
                  <p:sp>
                    <p:nvSpPr>
                      <p:cNvPr id="235" name="Google Shape;915;p28"/>
                      <p:cNvSpPr/>
                      <p:nvPr/>
                    </p:nvSpPr>
                    <p:spPr>
                      <a:xfrm>
                        <a:off x="5275440" y="35751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916;p28"/>
                      <p:cNvSpPr/>
                      <p:nvPr/>
                    </p:nvSpPr>
                    <p:spPr>
                      <a:xfrm>
                        <a:off x="5289120" y="358920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7" name="Google Shape;917;p28"/>
                    <p:cNvGrpSpPr/>
                    <p:nvPr/>
                  </p:nvGrpSpPr>
                  <p:grpSpPr>
                    <a:xfrm>
                      <a:off x="5275440" y="3675960"/>
                      <a:ext cx="425160" cy="71640"/>
                      <a:chOff x="5275440" y="3675960"/>
                      <a:chExt cx="425160" cy="71640"/>
                    </a:xfrm>
                  </p:grpSpPr>
                  <p:sp>
                    <p:nvSpPr>
                      <p:cNvPr id="238" name="Google Shape;918;p28"/>
                      <p:cNvSpPr/>
                      <p:nvPr/>
                    </p:nvSpPr>
                    <p:spPr>
                      <a:xfrm>
                        <a:off x="5275440" y="36759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919;p28"/>
                      <p:cNvSpPr/>
                      <p:nvPr/>
                    </p:nvSpPr>
                    <p:spPr>
                      <a:xfrm>
                        <a:off x="5289120" y="368964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40" name="Google Shape;920;p28"/>
                  <p:cNvGrpSpPr/>
                  <p:nvPr/>
                </p:nvGrpSpPr>
                <p:grpSpPr>
                  <a:xfrm>
                    <a:off x="5398560" y="3610800"/>
                    <a:ext cx="194760" cy="16200"/>
                    <a:chOff x="5398560" y="3610800"/>
                    <a:chExt cx="194760" cy="16200"/>
                  </a:xfrm>
                </p:grpSpPr>
                <p:sp>
                  <p:nvSpPr>
                    <p:cNvPr id="241" name="Google Shape;921;p28"/>
                    <p:cNvSpPr/>
                    <p:nvPr/>
                  </p:nvSpPr>
                  <p:spPr>
                    <a:xfrm>
                      <a:off x="539856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922;p28"/>
                    <p:cNvSpPr/>
                    <p:nvPr/>
                  </p:nvSpPr>
                  <p:spPr>
                    <a:xfrm>
                      <a:off x="544320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923;p28"/>
                    <p:cNvSpPr/>
                    <p:nvPr/>
                  </p:nvSpPr>
                  <p:spPr>
                    <a:xfrm>
                      <a:off x="548784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924;p28"/>
                    <p:cNvSpPr/>
                    <p:nvPr/>
                  </p:nvSpPr>
                  <p:spPr>
                    <a:xfrm>
                      <a:off x="553248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925;p28"/>
                    <p:cNvSpPr/>
                    <p:nvPr/>
                  </p:nvSpPr>
                  <p:spPr>
                    <a:xfrm>
                      <a:off x="557712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6" name="Google Shape;926;p28"/>
                  <p:cNvGrpSpPr/>
                  <p:nvPr/>
                </p:nvGrpSpPr>
                <p:grpSpPr>
                  <a:xfrm>
                    <a:off x="5398560" y="3707280"/>
                    <a:ext cx="194760" cy="16200"/>
                    <a:chOff x="5398560" y="3707280"/>
                    <a:chExt cx="194760" cy="16200"/>
                  </a:xfrm>
                </p:grpSpPr>
                <p:sp>
                  <p:nvSpPr>
                    <p:cNvPr id="247" name="Google Shape;927;p28"/>
                    <p:cNvSpPr/>
                    <p:nvPr/>
                  </p:nvSpPr>
                  <p:spPr>
                    <a:xfrm>
                      <a:off x="539856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928;p28"/>
                    <p:cNvSpPr/>
                    <p:nvPr/>
                  </p:nvSpPr>
                  <p:spPr>
                    <a:xfrm>
                      <a:off x="544320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929;p28"/>
                    <p:cNvSpPr/>
                    <p:nvPr/>
                  </p:nvSpPr>
                  <p:spPr>
                    <a:xfrm>
                      <a:off x="548784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930;p28"/>
                    <p:cNvSpPr/>
                    <p:nvPr/>
                  </p:nvSpPr>
                  <p:spPr>
                    <a:xfrm>
                      <a:off x="553248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931;p28"/>
                    <p:cNvSpPr/>
                    <p:nvPr/>
                  </p:nvSpPr>
                  <p:spPr>
                    <a:xfrm>
                      <a:off x="557712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52" name="Google Shape;932;p28"/>
                <p:cNvGrpSpPr/>
                <p:nvPr/>
              </p:nvGrpSpPr>
              <p:grpSpPr>
                <a:xfrm>
                  <a:off x="5346000" y="3207960"/>
                  <a:ext cx="283680" cy="283680"/>
                  <a:chOff x="5346000" y="3207960"/>
                  <a:chExt cx="283680" cy="283680"/>
                </a:xfrm>
              </p:grpSpPr>
              <p:sp>
                <p:nvSpPr>
                  <p:cNvPr id="253" name="Google Shape;933;p28"/>
                  <p:cNvSpPr/>
                  <p:nvPr/>
                </p:nvSpPr>
                <p:spPr>
                  <a:xfrm>
                    <a:off x="5346000" y="320796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934;p28"/>
                  <p:cNvSpPr/>
                  <p:nvPr/>
                </p:nvSpPr>
                <p:spPr>
                  <a:xfrm>
                    <a:off x="5376600" y="325872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55" name="Google Shape;935;p28"/>
              <p:cNvSpPr/>
              <p:nvPr/>
            </p:nvSpPr>
            <p:spPr>
              <a:xfrm>
                <a:off x="5401440" y="40129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56" name="Rectangle 255"/>
          <p:cNvSpPr/>
          <p:nvPr/>
        </p:nvSpPr>
        <p:spPr>
          <a:xfrm>
            <a:off x="714240" y="1143000"/>
            <a:ext cx="4114440" cy="126648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5000" b="1" u="none" strike="noStrike">
                <a:solidFill>
                  <a:srgbClr val="35363B"/>
                </a:solidFill>
                <a:effectLst/>
                <a:uFillTx/>
                <a:latin typeface="Epilogue"/>
              </a:rPr>
              <a:t>Network Watcher</a:t>
            </a:r>
            <a:endParaRPr lang="en-US" sz="5000" b="0" u="none" strike="noStrike">
              <a:solidFill>
                <a:srgbClr val="000000"/>
              </a:solidFill>
              <a:effectLst/>
              <a:uFillTx/>
              <a:latin typeface="OpenSymbol"/>
            </a:endParaRPr>
          </a:p>
        </p:txBody>
      </p:sp>
      <p:sp>
        <p:nvSpPr>
          <p:cNvPr id="257" name="Rectangle 256"/>
          <p:cNvSpPr/>
          <p:nvPr/>
        </p:nvSpPr>
        <p:spPr>
          <a:xfrm>
            <a:off x="714240" y="3524400"/>
            <a:ext cx="4114440" cy="76176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9999"/>
          </a:bodyPr>
          <a:lstStyle/>
          <a:p>
            <a:pPr defTabSz="914400">
              <a:lnSpc>
                <a:spcPct val="150000"/>
              </a:lnSpc>
              <a:tabLst>
                <a:tab pos="0" algn="l"/>
              </a:tabLst>
            </a:pPr>
            <a:r>
              <a:rPr lang="en-US" sz="1600" b="0" u="none" strike="noStrike">
                <a:solidFill>
                  <a:srgbClr val="35363B"/>
                </a:solidFill>
                <a:effectLst/>
                <a:uFillTx/>
                <a:latin typeface="Lato"/>
              </a:rPr>
              <a:t>A practical playbook for Azure connection troubleshooting</a:t>
            </a:r>
            <a:endParaRPr lang="en-US" sz="1600" b="0" u="none" strike="noStrike">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Rectangle 257"/>
          <p:cNvSpPr/>
          <p:nvPr/>
        </p:nvSpPr>
        <p:spPr>
          <a:xfrm>
            <a:off x="2009880" y="838080"/>
            <a:ext cx="5114520" cy="10188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4000" b="1" u="none" strike="noStrike">
                <a:solidFill>
                  <a:srgbClr val="35363B"/>
                </a:solidFill>
                <a:effectLst/>
                <a:uFillTx/>
                <a:latin typeface="Epilogue"/>
              </a:rPr>
              <a:t>Network Watcher Overview</a:t>
            </a:r>
            <a:endParaRPr lang="en-US" sz="4000" b="0" u="none" strike="noStrike">
              <a:solidFill>
                <a:srgbClr val="000000"/>
              </a:solidFill>
              <a:effectLst/>
              <a:uFillTx/>
              <a:latin typeface="OpenSymbol"/>
            </a:endParaRPr>
          </a:p>
        </p:txBody>
      </p:sp>
      <p:sp>
        <p:nvSpPr>
          <p:cNvPr id="259" name="Rectangle 258"/>
          <p:cNvSpPr/>
          <p:nvPr/>
        </p:nvSpPr>
        <p:spPr>
          <a:xfrm>
            <a:off x="2009880" y="2228760"/>
            <a:ext cx="5114520" cy="1523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rgbClr val="35363B"/>
                </a:solidFill>
                <a:effectLst/>
                <a:uFillTx/>
                <a:latin typeface="Lato"/>
              </a:rPr>
              <a:t>Azure Network Watcher centralizes diagnostics with tools like Connection Troubleshoot, IP Flow Verify, Next Hop, Packet Capture, and Topology. It helps locate and explain connectivity issues across VNets, NSGs, and VPNs. Example: a VM cannot reach an on‑premises SQL server; Connection Troubleshoot shows Reachable: False and the failing hop (e.g., hop 3 NSG blocks 1433).</a:t>
            </a:r>
            <a:endParaRPr lang="en-US" sz="12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image_0:slide_img_poPKJJ.jpg"/>
          <p:cNvSpPr/>
          <p:nvPr/>
        </p:nvSpPr>
        <p:spPr>
          <a:xfrm>
            <a:off x="5667480" y="1076400"/>
            <a:ext cx="2990520" cy="2990520"/>
          </a:xfrm>
          <a:prstGeom prst="round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grpSp>
        <p:nvGrpSpPr>
          <p:cNvPr id="262" name="Google Shape;970;p31"/>
          <p:cNvGrpSpPr/>
          <p:nvPr/>
        </p:nvGrpSpPr>
        <p:grpSpPr>
          <a:xfrm>
            <a:off x="7875720" y="386640"/>
            <a:ext cx="997560" cy="1575000"/>
            <a:chOff x="7875720" y="386640"/>
            <a:chExt cx="997560" cy="1575000"/>
          </a:xfrm>
        </p:grpSpPr>
        <p:grpSp>
          <p:nvGrpSpPr>
            <p:cNvPr id="263" name="Google Shape;971;p31"/>
            <p:cNvGrpSpPr/>
            <p:nvPr/>
          </p:nvGrpSpPr>
          <p:grpSpPr>
            <a:xfrm>
              <a:off x="7875720" y="386640"/>
              <a:ext cx="919440" cy="317520"/>
              <a:chOff x="7875720" y="386640"/>
              <a:chExt cx="919440" cy="317520"/>
            </a:xfrm>
          </p:grpSpPr>
          <p:sp>
            <p:nvSpPr>
              <p:cNvPr id="264"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66" name="Google Shape;974;p31"/>
              <p:cNvGrpSpPr/>
              <p:nvPr/>
            </p:nvGrpSpPr>
            <p:grpSpPr>
              <a:xfrm>
                <a:off x="8236440" y="443880"/>
                <a:ext cx="467280" cy="200880"/>
                <a:chOff x="8236440" y="443880"/>
                <a:chExt cx="467280" cy="200880"/>
              </a:xfrm>
            </p:grpSpPr>
            <p:sp>
              <p:nvSpPr>
                <p:cNvPr id="267"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71" name="Google Shape;979;p31"/>
            <p:cNvGrpSpPr/>
            <p:nvPr/>
          </p:nvGrpSpPr>
          <p:grpSpPr>
            <a:xfrm>
              <a:off x="7875720" y="805680"/>
              <a:ext cx="919440" cy="317520"/>
              <a:chOff x="7875720" y="805680"/>
              <a:chExt cx="919440" cy="317520"/>
            </a:xfrm>
          </p:grpSpPr>
          <p:sp>
            <p:nvSpPr>
              <p:cNvPr id="272"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74" name="Google Shape;982;p31"/>
              <p:cNvGrpSpPr/>
              <p:nvPr/>
            </p:nvGrpSpPr>
            <p:grpSpPr>
              <a:xfrm>
                <a:off x="8236440" y="862920"/>
                <a:ext cx="467640" cy="200880"/>
                <a:chOff x="8236440" y="862920"/>
                <a:chExt cx="467640" cy="200880"/>
              </a:xfrm>
            </p:grpSpPr>
            <p:sp>
              <p:nvSpPr>
                <p:cNvPr id="275"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79"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80" name="Google Shape;988;p31"/>
            <p:cNvGrpSpPr/>
            <p:nvPr/>
          </p:nvGrpSpPr>
          <p:grpSpPr>
            <a:xfrm>
              <a:off x="7875720" y="1225080"/>
              <a:ext cx="919440" cy="317520"/>
              <a:chOff x="7875720" y="1225080"/>
              <a:chExt cx="919440" cy="317520"/>
            </a:xfrm>
          </p:grpSpPr>
          <p:sp>
            <p:nvSpPr>
              <p:cNvPr id="281"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3" name="Google Shape;991;p31"/>
              <p:cNvGrpSpPr/>
              <p:nvPr/>
            </p:nvGrpSpPr>
            <p:grpSpPr>
              <a:xfrm>
                <a:off x="8236440" y="1282320"/>
                <a:ext cx="467280" cy="200520"/>
                <a:chOff x="8236440" y="1282320"/>
                <a:chExt cx="467280" cy="200520"/>
              </a:xfrm>
            </p:grpSpPr>
            <p:sp>
              <p:nvSpPr>
                <p:cNvPr id="284"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88" name="Google Shape;996;p31"/>
            <p:cNvGrpSpPr/>
            <p:nvPr/>
          </p:nvGrpSpPr>
          <p:grpSpPr>
            <a:xfrm>
              <a:off x="7875720" y="1644120"/>
              <a:ext cx="919440" cy="317520"/>
              <a:chOff x="7875720" y="1644120"/>
              <a:chExt cx="919440" cy="317520"/>
            </a:xfrm>
          </p:grpSpPr>
          <p:grpSp>
            <p:nvGrpSpPr>
              <p:cNvPr id="289" name="Google Shape;997;p31"/>
              <p:cNvGrpSpPr/>
              <p:nvPr/>
            </p:nvGrpSpPr>
            <p:grpSpPr>
              <a:xfrm>
                <a:off x="7875720" y="1644120"/>
                <a:ext cx="919440" cy="317520"/>
                <a:chOff x="7875720" y="1644120"/>
                <a:chExt cx="919440" cy="317520"/>
              </a:xfrm>
            </p:grpSpPr>
            <p:sp>
              <p:nvSpPr>
                <p:cNvPr id="290"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92" name="Google Shape;1000;p31"/>
                <p:cNvGrpSpPr/>
                <p:nvPr/>
              </p:nvGrpSpPr>
              <p:grpSpPr>
                <a:xfrm>
                  <a:off x="8236440" y="1701360"/>
                  <a:ext cx="467280" cy="200520"/>
                  <a:chOff x="8236440" y="1701360"/>
                  <a:chExt cx="467280" cy="200520"/>
                </a:xfrm>
              </p:grpSpPr>
              <p:sp>
                <p:nvSpPr>
                  <p:cNvPr id="293"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6"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97"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42480" bIns="42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8" name="Google Shape;1006;p31"/>
            <p:cNvGrpSpPr/>
            <p:nvPr/>
          </p:nvGrpSpPr>
          <p:grpSpPr>
            <a:xfrm>
              <a:off x="8700120" y="762480"/>
              <a:ext cx="173160" cy="89640"/>
              <a:chOff x="8700120" y="762480"/>
              <a:chExt cx="173160" cy="89640"/>
            </a:xfrm>
          </p:grpSpPr>
          <p:sp>
            <p:nvSpPr>
              <p:cNvPr id="299"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0"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1" name="Google Shape;1009;p31"/>
            <p:cNvGrpSpPr/>
            <p:nvPr/>
          </p:nvGrpSpPr>
          <p:grpSpPr>
            <a:xfrm>
              <a:off x="8700120" y="1587240"/>
              <a:ext cx="173160" cy="112320"/>
              <a:chOff x="8700120" y="1587240"/>
              <a:chExt cx="173160" cy="112320"/>
            </a:xfrm>
          </p:grpSpPr>
          <p:grpSp>
            <p:nvGrpSpPr>
              <p:cNvPr id="302" name="Google Shape;1010;p31"/>
              <p:cNvGrpSpPr/>
              <p:nvPr/>
            </p:nvGrpSpPr>
            <p:grpSpPr>
              <a:xfrm>
                <a:off x="8700120" y="1601280"/>
                <a:ext cx="173160" cy="89640"/>
                <a:chOff x="8700120" y="1601280"/>
                <a:chExt cx="173160" cy="89640"/>
              </a:xfrm>
            </p:grpSpPr>
            <p:sp>
              <p:nvSpPr>
                <p:cNvPr id="303"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5000" bIns="45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4"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05"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40" bIns="6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06" name="Rectangle 305"/>
          <p:cNvSpPr/>
          <p:nvPr/>
        </p:nvSpPr>
        <p:spPr>
          <a:xfrm>
            <a:off x="809640" y="1028880"/>
            <a:ext cx="2800080" cy="38052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77500" lnSpcReduction="19999"/>
          </a:bodyPr>
          <a:lstStyle/>
          <a:p>
            <a:pPr defTabSz="914400">
              <a:lnSpc>
                <a:spcPct val="100000"/>
              </a:lnSpc>
              <a:tabLst>
                <a:tab pos="0" algn="l"/>
              </a:tabLst>
            </a:pPr>
            <a:r>
              <a:rPr lang="en-US" sz="3000" b="1" u="none" strike="noStrike">
                <a:solidFill>
                  <a:srgbClr val="35363B"/>
                </a:solidFill>
                <a:effectLst/>
                <a:uFillTx/>
                <a:latin typeface="Epilogue"/>
              </a:rPr>
              <a:t>Tools by Use</a:t>
            </a:r>
            <a:endParaRPr lang="en-US" sz="3000" b="0" u="none" strike="noStrike">
              <a:solidFill>
                <a:srgbClr val="000000"/>
              </a:solidFill>
              <a:effectLst/>
              <a:uFillTx/>
              <a:latin typeface="OpenSymbol"/>
            </a:endParaRPr>
          </a:p>
        </p:txBody>
      </p:sp>
      <p:sp>
        <p:nvSpPr>
          <p:cNvPr id="307" name="Rectangle 306"/>
          <p:cNvSpPr/>
          <p:nvPr/>
        </p:nvSpPr>
        <p:spPr>
          <a:xfrm>
            <a:off x="809640" y="2038320"/>
            <a:ext cx="4295520" cy="17521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rgbClr val="35363B"/>
                </a:solidFill>
                <a:effectLst/>
                <a:uFillTx/>
                <a:latin typeface="Lato"/>
              </a:rPr>
              <a:t>Each Network Watcher tool answers a distinct diagnostic question. Connection Troubleshoot verifies reachability between a source VM and a destination (e.g., VM A → SQL at 10.1.0.5:1433). IP Flow Verify shows whether an NSG would permit or block a given flow. Next Hop reveals the routing decision; Packet Capture enables deep inspection; Topology visualizes peers, routes, and attachments.</a:t>
            </a:r>
            <a:endParaRPr lang="en-US" sz="12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Rectangle 307"/>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35363B"/>
                </a:solidFill>
                <a:effectLst/>
                <a:uFillTx/>
                <a:latin typeface="Epilogue"/>
              </a:rPr>
              <a:t>Incidents Require Troubleshooting</a:t>
            </a:r>
            <a:endParaRPr lang="en-US" sz="2400" b="0" u="none" strike="noStrike">
              <a:solidFill>
                <a:srgbClr val="000000"/>
              </a:solidFill>
              <a:effectLst/>
              <a:uFillTx/>
              <a:latin typeface="OpenSymbol"/>
            </a:endParaRPr>
          </a:p>
        </p:txBody>
      </p:sp>
      <p:sp>
        <p:nvSpPr>
          <p:cNvPr id="309" name="Rectangle 308"/>
          <p:cNvSpPr/>
          <p:nvPr/>
        </p:nvSpPr>
        <p:spPr>
          <a:xfrm>
            <a:off x="476280" y="1333440"/>
            <a:ext cx="3904920" cy="9140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35363B"/>
                </a:solidFill>
                <a:effectLst/>
                <a:uFillTx/>
                <a:latin typeface="Lato"/>
              </a:rPr>
              <a:t>On-demand, high-detail checks that reproduce or isolate a fault. Used during an incident to answer targeted questions quickly. Example: run a connection test or packet capture to reproduce failure and confirm root cause.</a:t>
            </a:r>
            <a:endParaRPr lang="en-US" sz="1200" b="0" u="none" strike="noStrike">
              <a:solidFill>
                <a:srgbClr val="000000"/>
              </a:solidFill>
              <a:effectLst/>
              <a:uFillTx/>
              <a:latin typeface="OpenSymbol"/>
            </a:endParaRPr>
          </a:p>
        </p:txBody>
      </p:sp>
      <p:sp>
        <p:nvSpPr>
          <p:cNvPr id="310" name="Rectangle 309"/>
          <p:cNvSpPr/>
          <p:nvPr/>
        </p:nvSpPr>
        <p:spPr>
          <a:xfrm>
            <a:off x="4762440" y="1333440"/>
            <a:ext cx="3904920" cy="73296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1200" b="0" u="none" strike="noStrike">
                <a:solidFill>
                  <a:srgbClr val="35363B"/>
                </a:solidFill>
                <a:effectLst/>
                <a:uFillTx/>
                <a:latin typeface="Lato"/>
              </a:rPr>
              <a:t>Continuous collection of metrics and logs with lower per-event detail. Used for SLA verification and capacity planning. Example: alert on sustained packet loss &gt;1% for 5 minutes and observe trends over time.</a:t>
            </a:r>
            <a:endParaRPr lang="en-US" sz="1200" b="0" u="none" strike="noStrike">
              <a:solidFill>
                <a:srgbClr val="000000"/>
              </a:solidFill>
              <a:effectLst/>
              <a:uFillTx/>
              <a:latin typeface="OpenSymbol"/>
            </a:endParaRPr>
          </a:p>
        </p:txBody>
      </p:sp>
      <p:sp>
        <p:nvSpPr>
          <p:cNvPr id="311" name="Rectangle 310"/>
          <p:cNvSpPr/>
          <p:nvPr/>
        </p:nvSpPr>
        <p:spPr>
          <a:xfrm>
            <a:off x="476280" y="4381560"/>
            <a:ext cx="8191080" cy="18072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55000" lnSpcReduction="19999"/>
          </a:bodyPr>
          <a:lstStyle/>
          <a:p>
            <a:pPr defTabSz="914400">
              <a:lnSpc>
                <a:spcPct val="100000"/>
              </a:lnSpc>
              <a:tabLst>
                <a:tab pos="0" algn="l"/>
              </a:tabLst>
            </a:pPr>
            <a:r>
              <a:rPr lang="en-US" sz="1200" b="0" u="none" strike="noStrike">
                <a:solidFill>
                  <a:srgbClr val="35363B"/>
                </a:solidFill>
                <a:effectLst/>
                <a:uFillTx/>
                <a:latin typeface="Lato"/>
              </a:rPr>
              <a:t>Targeted tests isolate faults; continuous data supports reliability and capacity insight.</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Rectangle: Rounded Corners 311"/>
          <p:cNvSpPr/>
          <p:nvPr/>
        </p:nvSpPr>
        <p:spPr>
          <a:xfrm>
            <a:off x="476280" y="1866960"/>
            <a:ext cx="1914120" cy="280008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3" name="Rectangle: Rounded Corners 312"/>
          <p:cNvSpPr/>
          <p:nvPr/>
        </p:nvSpPr>
        <p:spPr>
          <a:xfrm>
            <a:off x="2523960" y="1866960"/>
            <a:ext cx="1914120" cy="280008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4" name="Rectangle: Rounded Corners 313"/>
          <p:cNvSpPr/>
          <p:nvPr/>
        </p:nvSpPr>
        <p:spPr>
          <a:xfrm>
            <a:off x="4572000" y="1866960"/>
            <a:ext cx="1914120" cy="280008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5" name="Rectangle: Rounded Corners 314"/>
          <p:cNvSpPr/>
          <p:nvPr/>
        </p:nvSpPr>
        <p:spPr>
          <a:xfrm>
            <a:off x="6620040" y="1866960"/>
            <a:ext cx="1914120" cy="280008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16" name="Rectangle 315"/>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35363B"/>
                </a:solidFill>
                <a:effectLst/>
                <a:uFillTx/>
                <a:latin typeface="Epilogue"/>
              </a:rPr>
              <a:t>Eight-Step Playbook</a:t>
            </a:r>
            <a:endParaRPr lang="en-US" sz="2600" b="0" u="none" strike="noStrike">
              <a:solidFill>
                <a:srgbClr val="000000"/>
              </a:solidFill>
              <a:effectLst/>
              <a:uFillTx/>
              <a:latin typeface="OpenSymbol"/>
            </a:endParaRPr>
          </a:p>
        </p:txBody>
      </p:sp>
      <p:sp>
        <p:nvSpPr>
          <p:cNvPr id="317" name="Rectangle 316"/>
          <p:cNvSpPr/>
          <p:nvPr/>
        </p:nvSpPr>
        <p:spPr>
          <a:xfrm>
            <a:off x="47628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35363B"/>
                </a:solidFill>
                <a:effectLst/>
                <a:uFillTx/>
                <a:latin typeface="Epilogue"/>
              </a:rPr>
              <a:t>01</a:t>
            </a:r>
            <a:endParaRPr lang="en-US" sz="2400" b="0" u="none" strike="noStrike">
              <a:solidFill>
                <a:srgbClr val="000000"/>
              </a:solidFill>
              <a:effectLst/>
              <a:uFillTx/>
              <a:latin typeface="OpenSymbol"/>
            </a:endParaRPr>
          </a:p>
        </p:txBody>
      </p:sp>
      <p:sp>
        <p:nvSpPr>
          <p:cNvPr id="318" name="Rectangle 317"/>
          <p:cNvSpPr/>
          <p:nvPr/>
        </p:nvSpPr>
        <p:spPr>
          <a:xfrm>
            <a:off x="66672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35363B"/>
                </a:solidFill>
                <a:effectLst/>
                <a:uFillTx/>
                <a:latin typeface="Epilogue"/>
              </a:rPr>
              <a:t>Define Scope</a:t>
            </a:r>
            <a:endParaRPr lang="en-US" sz="1800" b="0" u="none" strike="noStrike">
              <a:solidFill>
                <a:srgbClr val="000000"/>
              </a:solidFill>
              <a:effectLst/>
              <a:uFillTx/>
              <a:latin typeface="OpenSymbol"/>
            </a:endParaRPr>
          </a:p>
        </p:txBody>
      </p:sp>
      <p:sp>
        <p:nvSpPr>
          <p:cNvPr id="319" name="Rectangle 318"/>
          <p:cNvSpPr/>
          <p:nvPr/>
        </p:nvSpPr>
        <p:spPr>
          <a:xfrm>
            <a:off x="666720" y="2666880"/>
            <a:ext cx="153324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35363B"/>
                </a:solidFill>
                <a:effectLst/>
                <a:uFillTx/>
                <a:latin typeface="Lato"/>
              </a:rPr>
              <a:t>Record source VM and destination IP/port, time and symptoms. Example: VM web01 (10.0.0.5) cannot reach DB 10.1.0.5:1433.</a:t>
            </a:r>
            <a:endParaRPr lang="en-US" sz="1200" b="0" u="none" strike="noStrike">
              <a:solidFill>
                <a:srgbClr val="000000"/>
              </a:solidFill>
              <a:effectLst/>
              <a:uFillTx/>
              <a:latin typeface="OpenSymbol"/>
            </a:endParaRPr>
          </a:p>
        </p:txBody>
      </p:sp>
      <p:sp>
        <p:nvSpPr>
          <p:cNvPr id="320" name="Rectangle 319"/>
          <p:cNvSpPr/>
          <p:nvPr/>
        </p:nvSpPr>
        <p:spPr>
          <a:xfrm>
            <a:off x="252396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35363B"/>
                </a:solidFill>
                <a:effectLst/>
                <a:uFillTx/>
                <a:latin typeface="Epilogue"/>
              </a:rPr>
              <a:t>02</a:t>
            </a:r>
            <a:endParaRPr lang="en-US" sz="2400" b="0" u="none" strike="noStrike">
              <a:solidFill>
                <a:srgbClr val="000000"/>
              </a:solidFill>
              <a:effectLst/>
              <a:uFillTx/>
              <a:latin typeface="OpenSymbol"/>
            </a:endParaRPr>
          </a:p>
        </p:txBody>
      </p:sp>
      <p:sp>
        <p:nvSpPr>
          <p:cNvPr id="321" name="Rectangle 320"/>
          <p:cNvSpPr/>
          <p:nvPr/>
        </p:nvSpPr>
        <p:spPr>
          <a:xfrm>
            <a:off x="2714760" y="2133720"/>
            <a:ext cx="1533240" cy="971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35363B"/>
                </a:solidFill>
                <a:effectLst/>
                <a:uFillTx/>
                <a:latin typeface="Epilogue"/>
              </a:rPr>
              <a:t>Reproduce &amp; Document</a:t>
            </a:r>
            <a:endParaRPr lang="en-US" sz="1800" b="0" u="none" strike="noStrike">
              <a:solidFill>
                <a:srgbClr val="000000"/>
              </a:solidFill>
              <a:effectLst/>
              <a:uFillTx/>
              <a:latin typeface="OpenSymbol"/>
            </a:endParaRPr>
          </a:p>
        </p:txBody>
      </p:sp>
      <p:sp>
        <p:nvSpPr>
          <p:cNvPr id="322" name="Rectangle 321"/>
          <p:cNvSpPr/>
          <p:nvPr/>
        </p:nvSpPr>
        <p:spPr>
          <a:xfrm>
            <a:off x="2714760" y="2666880"/>
            <a:ext cx="1533240" cy="12474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35363B"/>
                </a:solidFill>
                <a:effectLst/>
                <a:uFillTx/>
                <a:latin typeface="Lato"/>
              </a:rPr>
              <a:t>Run Connection Troubleshoot (source: web01, dest: 10.1.0.5:1433) and save results.</a:t>
            </a:r>
            <a:endParaRPr lang="en-US" sz="1200" b="0" u="none" strike="noStrike">
              <a:solidFill>
                <a:srgbClr val="000000"/>
              </a:solidFill>
              <a:effectLst/>
              <a:uFillTx/>
              <a:latin typeface="OpenSymbol"/>
            </a:endParaRPr>
          </a:p>
        </p:txBody>
      </p:sp>
      <p:sp>
        <p:nvSpPr>
          <p:cNvPr id="323" name="Rectangle 322"/>
          <p:cNvSpPr/>
          <p:nvPr/>
        </p:nvSpPr>
        <p:spPr>
          <a:xfrm>
            <a:off x="457200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35363B"/>
                </a:solidFill>
                <a:effectLst/>
                <a:uFillTx/>
                <a:latin typeface="Epilogue"/>
              </a:rPr>
              <a:t>03</a:t>
            </a:r>
            <a:endParaRPr lang="en-US" sz="2400" b="0" u="none" strike="noStrike">
              <a:solidFill>
                <a:srgbClr val="000000"/>
              </a:solidFill>
              <a:effectLst/>
              <a:uFillTx/>
              <a:latin typeface="OpenSymbol"/>
            </a:endParaRPr>
          </a:p>
        </p:txBody>
      </p:sp>
      <p:sp>
        <p:nvSpPr>
          <p:cNvPr id="324" name="Rectangle 323"/>
          <p:cNvSpPr/>
          <p:nvPr/>
        </p:nvSpPr>
        <p:spPr>
          <a:xfrm>
            <a:off x="4762440" y="2133720"/>
            <a:ext cx="1533240" cy="971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35363B"/>
                </a:solidFill>
                <a:effectLst/>
                <a:uFillTx/>
                <a:latin typeface="Epilogue"/>
              </a:rPr>
              <a:t>Check NSGs/Firewall</a:t>
            </a:r>
            <a:endParaRPr lang="en-US" sz="1800" b="0" u="none" strike="noStrike">
              <a:solidFill>
                <a:srgbClr val="000000"/>
              </a:solidFill>
              <a:effectLst/>
              <a:uFillTx/>
              <a:latin typeface="OpenSymbol"/>
            </a:endParaRPr>
          </a:p>
        </p:txBody>
      </p:sp>
      <p:sp>
        <p:nvSpPr>
          <p:cNvPr id="325" name="Rectangle 324"/>
          <p:cNvSpPr/>
          <p:nvPr/>
        </p:nvSpPr>
        <p:spPr>
          <a:xfrm>
            <a:off x="4762440" y="2666880"/>
            <a:ext cx="1533240" cy="10663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35363B"/>
                </a:solidFill>
                <a:effectLst/>
                <a:uFillTx/>
                <a:latin typeface="Lato"/>
              </a:rPr>
              <a:t>Run IP Flow Verify and inspect NSG rules for explicit Deny on the relevant 5-tuple.</a:t>
            </a:r>
            <a:endParaRPr lang="en-US" sz="1200" b="0" u="none" strike="noStrike">
              <a:solidFill>
                <a:srgbClr val="000000"/>
              </a:solidFill>
              <a:effectLst/>
              <a:uFillTx/>
              <a:latin typeface="OpenSymbol"/>
            </a:endParaRPr>
          </a:p>
        </p:txBody>
      </p:sp>
      <p:sp>
        <p:nvSpPr>
          <p:cNvPr id="326" name="Rectangle 325"/>
          <p:cNvSpPr/>
          <p:nvPr/>
        </p:nvSpPr>
        <p:spPr>
          <a:xfrm>
            <a:off x="6620040" y="1238400"/>
            <a:ext cx="1914120" cy="5140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400" b="0" u="none" strike="noStrike">
                <a:solidFill>
                  <a:srgbClr val="35363B"/>
                </a:solidFill>
                <a:effectLst/>
                <a:uFillTx/>
                <a:latin typeface="Epilogue"/>
              </a:rPr>
              <a:t>04</a:t>
            </a:r>
            <a:endParaRPr lang="en-US" sz="2400" b="0" u="none" strike="noStrike">
              <a:solidFill>
                <a:srgbClr val="000000"/>
              </a:solidFill>
              <a:effectLst/>
              <a:uFillTx/>
              <a:latin typeface="OpenSymbol"/>
            </a:endParaRPr>
          </a:p>
        </p:txBody>
      </p:sp>
      <p:sp>
        <p:nvSpPr>
          <p:cNvPr id="327" name="Rectangle 326"/>
          <p:cNvSpPr/>
          <p:nvPr/>
        </p:nvSpPr>
        <p:spPr>
          <a:xfrm>
            <a:off x="681048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800" b="0" u="none" strike="noStrike">
                <a:solidFill>
                  <a:srgbClr val="35363B"/>
                </a:solidFill>
                <a:effectLst/>
                <a:uFillTx/>
                <a:latin typeface="Epilogue"/>
              </a:rPr>
              <a:t>Validate Routing</a:t>
            </a:r>
            <a:endParaRPr lang="en-US" sz="1800" b="0" u="none" strike="noStrike">
              <a:solidFill>
                <a:srgbClr val="000000"/>
              </a:solidFill>
              <a:effectLst/>
              <a:uFillTx/>
              <a:latin typeface="OpenSymbol"/>
            </a:endParaRPr>
          </a:p>
        </p:txBody>
      </p:sp>
      <p:sp>
        <p:nvSpPr>
          <p:cNvPr id="328" name="Rectangle 327"/>
          <p:cNvSpPr/>
          <p:nvPr/>
        </p:nvSpPr>
        <p:spPr>
          <a:xfrm>
            <a:off x="6810480" y="2666880"/>
            <a:ext cx="153324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1200" b="0" u="none" strike="noStrike">
                <a:solidFill>
                  <a:srgbClr val="35363B"/>
                </a:solidFill>
                <a:effectLst/>
                <a:uFillTx/>
                <a:latin typeface="Lato"/>
              </a:rPr>
              <a:t>Run Next Hop to confirm packets are routed to the expected next hop (e.g., InternetGateway vs Virtual Appliance).</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Rectangle: Rounded Corners 328"/>
          <p:cNvSpPr/>
          <p:nvPr/>
        </p:nvSpPr>
        <p:spPr>
          <a:xfrm>
            <a:off x="3610080" y="628560"/>
            <a:ext cx="9000" cy="38858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0" name="Rectangle: Rounded Corners 329"/>
          <p:cNvSpPr/>
          <p:nvPr/>
        </p:nvSpPr>
        <p:spPr>
          <a:xfrm>
            <a:off x="3143160" y="324000"/>
            <a:ext cx="952200" cy="3045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31" name="Rectangle: Rounded Corners 330"/>
          <p:cNvSpPr/>
          <p:nvPr/>
        </p:nvSpPr>
        <p:spPr>
          <a:xfrm>
            <a:off x="3143160" y="4514760"/>
            <a:ext cx="952200" cy="3045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32" name="Rectangle 331"/>
          <p:cNvSpPr/>
          <p:nvPr/>
        </p:nvSpPr>
        <p:spPr>
          <a:xfrm>
            <a:off x="3610080" y="1000080"/>
            <a:ext cx="561600" cy="9000"/>
          </a:xfrm>
          <a:prstGeom prst="rect">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3" name="Isosceles Triangle 332"/>
          <p:cNvSpPr/>
          <p:nvPr/>
        </p:nvSpPr>
        <p:spPr>
          <a:xfrm rot="5400000">
            <a:off x="4172040" y="961920"/>
            <a:ext cx="75960" cy="75960"/>
          </a:xfrm>
          <a:prstGeom prst="triangle">
            <a:avLst>
              <a:gd name="adj" fmla="val 50000"/>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4" name="Rectangle 333"/>
          <p:cNvSpPr/>
          <p:nvPr/>
        </p:nvSpPr>
        <p:spPr>
          <a:xfrm>
            <a:off x="3610080" y="2048040"/>
            <a:ext cx="561600" cy="9000"/>
          </a:xfrm>
          <a:prstGeom prst="rect">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5" name="Isosceles Triangle 334"/>
          <p:cNvSpPr/>
          <p:nvPr/>
        </p:nvSpPr>
        <p:spPr>
          <a:xfrm rot="5400000">
            <a:off x="4172040" y="2009880"/>
            <a:ext cx="75960" cy="75960"/>
          </a:xfrm>
          <a:prstGeom prst="triangle">
            <a:avLst>
              <a:gd name="adj" fmla="val 50000"/>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6" name="Rectangle 335"/>
          <p:cNvSpPr/>
          <p:nvPr/>
        </p:nvSpPr>
        <p:spPr>
          <a:xfrm>
            <a:off x="3610080" y="3095640"/>
            <a:ext cx="561600" cy="9000"/>
          </a:xfrm>
          <a:prstGeom prst="rect">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7" name="Isosceles Triangle 336"/>
          <p:cNvSpPr/>
          <p:nvPr/>
        </p:nvSpPr>
        <p:spPr>
          <a:xfrm rot="5400000">
            <a:off x="4172040" y="3057480"/>
            <a:ext cx="75960" cy="75960"/>
          </a:xfrm>
          <a:prstGeom prst="triangle">
            <a:avLst>
              <a:gd name="adj" fmla="val 50000"/>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8" name="Rectangle 337"/>
          <p:cNvSpPr/>
          <p:nvPr/>
        </p:nvSpPr>
        <p:spPr>
          <a:xfrm>
            <a:off x="3610080" y="4143240"/>
            <a:ext cx="561600" cy="9000"/>
          </a:xfrm>
          <a:prstGeom prst="rect">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5640" rIns="90000" bIns="-356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39" name="Isosceles Triangle 338"/>
          <p:cNvSpPr/>
          <p:nvPr/>
        </p:nvSpPr>
        <p:spPr>
          <a:xfrm rot="5400000">
            <a:off x="4172040" y="4105440"/>
            <a:ext cx="75960" cy="75960"/>
          </a:xfrm>
          <a:prstGeom prst="triangle">
            <a:avLst>
              <a:gd name="adj" fmla="val 50000"/>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6840" rIns="90000" bIns="-684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40" name="Rectangle 339"/>
          <p:cNvSpPr/>
          <p:nvPr/>
        </p:nvSpPr>
        <p:spPr>
          <a:xfrm>
            <a:off x="476280" y="324000"/>
            <a:ext cx="2285640" cy="790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2600" b="1" u="none" strike="noStrike">
                <a:solidFill>
                  <a:srgbClr val="35363B"/>
                </a:solidFill>
                <a:effectLst/>
                <a:uFillTx/>
                <a:latin typeface="Epilogue"/>
              </a:rPr>
              <a:t>Troubleshoot Playbook</a:t>
            </a:r>
            <a:endParaRPr lang="en-US" sz="2600" b="0" u="none" strike="noStrike">
              <a:solidFill>
                <a:srgbClr val="000000"/>
              </a:solidFill>
              <a:effectLst/>
              <a:uFillTx/>
              <a:latin typeface="OpenSymbol"/>
            </a:endParaRPr>
          </a:p>
        </p:txBody>
      </p:sp>
      <p:sp>
        <p:nvSpPr>
          <p:cNvPr id="341" name="Rectangle 340"/>
          <p:cNvSpPr/>
          <p:nvPr/>
        </p:nvSpPr>
        <p:spPr>
          <a:xfrm>
            <a:off x="4476600" y="71424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Epilogue"/>
              </a:rPr>
              <a:t>Define scope</a:t>
            </a:r>
            <a:endParaRPr lang="en-US" sz="1400" b="0" u="none" strike="noStrike">
              <a:solidFill>
                <a:srgbClr val="000000"/>
              </a:solidFill>
              <a:effectLst/>
              <a:uFillTx/>
              <a:latin typeface="OpenSymbol"/>
            </a:endParaRPr>
          </a:p>
        </p:txBody>
      </p:sp>
      <p:sp>
        <p:nvSpPr>
          <p:cNvPr id="342" name="Rectangle 341"/>
          <p:cNvSpPr/>
          <p:nvPr/>
        </p:nvSpPr>
        <p:spPr>
          <a:xfrm>
            <a:off x="6191280" y="542880"/>
            <a:ext cx="2476080" cy="8856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35363B"/>
                </a:solidFill>
                <a:effectLst/>
                <a:uFillTx/>
                <a:latin typeface="Lato"/>
              </a:rPr>
              <a:t>Record source VM, destination IP/port, time, and symptoms. Example: web01 (10.0.0.5) cannot reach DB 10.1.0.5:1433.</a:t>
            </a:r>
            <a:endParaRPr lang="en-US" sz="1200" b="0" u="none" strike="noStrike">
              <a:solidFill>
                <a:srgbClr val="000000"/>
              </a:solidFill>
              <a:effectLst/>
              <a:uFillTx/>
              <a:latin typeface="OpenSymbol"/>
            </a:endParaRPr>
          </a:p>
        </p:txBody>
      </p:sp>
      <p:sp>
        <p:nvSpPr>
          <p:cNvPr id="343" name="Rectangle 342"/>
          <p:cNvSpPr/>
          <p:nvPr/>
        </p:nvSpPr>
        <p:spPr>
          <a:xfrm>
            <a:off x="4476600" y="176220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Epilogue"/>
              </a:rPr>
              <a:t>Reproduce &amp; document</a:t>
            </a:r>
            <a:endParaRPr lang="en-US" sz="1400" b="0" u="none" strike="noStrike">
              <a:solidFill>
                <a:srgbClr val="000000"/>
              </a:solidFill>
              <a:effectLst/>
              <a:uFillTx/>
              <a:latin typeface="OpenSymbol"/>
            </a:endParaRPr>
          </a:p>
        </p:txBody>
      </p:sp>
      <p:sp>
        <p:nvSpPr>
          <p:cNvPr id="344" name="Rectangle 343"/>
          <p:cNvSpPr/>
          <p:nvPr/>
        </p:nvSpPr>
        <p:spPr>
          <a:xfrm>
            <a:off x="6191280" y="1590840"/>
            <a:ext cx="247608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35363B"/>
                </a:solidFill>
                <a:effectLst/>
                <a:uFillTx/>
                <a:latin typeface="Lato"/>
              </a:rPr>
              <a:t>Run Connection Troubleshoot (source: web01, dest: 10.1.0.5:1433) and save results.</a:t>
            </a:r>
            <a:endParaRPr lang="en-US" sz="1200" b="0" u="none" strike="noStrike">
              <a:solidFill>
                <a:srgbClr val="000000"/>
              </a:solidFill>
              <a:effectLst/>
              <a:uFillTx/>
              <a:latin typeface="OpenSymbol"/>
            </a:endParaRPr>
          </a:p>
        </p:txBody>
      </p:sp>
      <p:sp>
        <p:nvSpPr>
          <p:cNvPr id="345" name="Rectangle 344"/>
          <p:cNvSpPr/>
          <p:nvPr/>
        </p:nvSpPr>
        <p:spPr>
          <a:xfrm>
            <a:off x="4476600" y="280980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Epilogue"/>
              </a:rPr>
              <a:t>Check NSGs &amp; FW</a:t>
            </a:r>
            <a:endParaRPr lang="en-US" sz="1400" b="0" u="none" strike="noStrike">
              <a:solidFill>
                <a:srgbClr val="000000"/>
              </a:solidFill>
              <a:effectLst/>
              <a:uFillTx/>
              <a:latin typeface="OpenSymbol"/>
            </a:endParaRPr>
          </a:p>
        </p:txBody>
      </p:sp>
      <p:sp>
        <p:nvSpPr>
          <p:cNvPr id="346" name="Rectangle 345"/>
          <p:cNvSpPr/>
          <p:nvPr/>
        </p:nvSpPr>
        <p:spPr>
          <a:xfrm>
            <a:off x="6191280" y="2638440"/>
            <a:ext cx="247608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35363B"/>
                </a:solidFill>
                <a:effectLst/>
                <a:uFillTx/>
                <a:latin typeface="Lato"/>
              </a:rPr>
              <a:t>Run IP Flow Verify and inspect NSG rules for an explicit Deny on the 5-tuple.</a:t>
            </a:r>
            <a:endParaRPr lang="en-US" sz="1200" b="0" u="none" strike="noStrike">
              <a:solidFill>
                <a:srgbClr val="000000"/>
              </a:solidFill>
              <a:effectLst/>
              <a:uFillTx/>
              <a:latin typeface="OpenSymbol"/>
            </a:endParaRPr>
          </a:p>
        </p:txBody>
      </p:sp>
      <p:sp>
        <p:nvSpPr>
          <p:cNvPr id="347" name="Rectangle 346"/>
          <p:cNvSpPr/>
          <p:nvPr/>
        </p:nvSpPr>
        <p:spPr>
          <a:xfrm>
            <a:off x="4476600" y="385776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Epilogue"/>
              </a:rPr>
              <a:t>Validate routing</a:t>
            </a:r>
            <a:endParaRPr lang="en-US" sz="1400" b="0" u="none" strike="noStrike">
              <a:solidFill>
                <a:srgbClr val="000000"/>
              </a:solidFill>
              <a:effectLst/>
              <a:uFillTx/>
              <a:latin typeface="OpenSymbol"/>
            </a:endParaRPr>
          </a:p>
        </p:txBody>
      </p:sp>
      <p:sp>
        <p:nvSpPr>
          <p:cNvPr id="348" name="Rectangle 347"/>
          <p:cNvSpPr/>
          <p:nvPr/>
        </p:nvSpPr>
        <p:spPr>
          <a:xfrm>
            <a:off x="6191280" y="3686040"/>
            <a:ext cx="2476080" cy="88560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200" b="0" u="none" strike="noStrike">
                <a:solidFill>
                  <a:srgbClr val="35363B"/>
                </a:solidFill>
                <a:effectLst/>
                <a:uFillTx/>
                <a:latin typeface="Lato"/>
              </a:rPr>
              <a:t>Run Next Hop to confirm packets route to the expected next hop (InternetGateway vs Virtual Appliance).</a:t>
            </a:r>
            <a:endParaRPr lang="en-US" sz="1200" b="0" u="none" strike="noStrike">
              <a:solidFill>
                <a:srgbClr val="000000"/>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Rectangle 348"/>
          <p:cNvSpPr/>
          <p:nvPr/>
        </p:nvSpPr>
        <p:spPr>
          <a:xfrm>
            <a:off x="476280" y="380880"/>
            <a:ext cx="819108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9999"/>
          </a:bodyPr>
          <a:lstStyle/>
          <a:p>
            <a:pPr defTabSz="914400">
              <a:lnSpc>
                <a:spcPct val="100000"/>
              </a:lnSpc>
              <a:tabLst>
                <a:tab pos="0" algn="l"/>
              </a:tabLst>
            </a:pPr>
            <a:r>
              <a:rPr lang="en-US" sz="2400" b="1" u="none" strike="noStrike">
                <a:solidFill>
                  <a:srgbClr val="35363B"/>
                </a:solidFill>
                <a:effectLst/>
                <a:uFillTx/>
                <a:latin typeface="Epilogue"/>
              </a:rPr>
              <a:t>Network Health KPI</a:t>
            </a:r>
            <a:endParaRPr lang="en-US" sz="2400" b="0" u="none" strike="noStrike">
              <a:solidFill>
                <a:srgbClr val="000000"/>
              </a:solidFill>
              <a:effectLst/>
              <a:uFillTx/>
              <a:latin typeface="OpenSymbol"/>
            </a:endParaRPr>
          </a:p>
        </p:txBody>
      </p:sp>
      <p:sp>
        <p:nvSpPr>
          <p:cNvPr id="350" name="Rectangle 349"/>
          <p:cNvSpPr/>
          <p:nvPr/>
        </p:nvSpPr>
        <p:spPr>
          <a:xfrm>
            <a:off x="476280" y="142884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35363B"/>
                </a:solidFill>
                <a:effectLst/>
                <a:uFillTx/>
                <a:latin typeface="Epilogue"/>
              </a:rPr>
              <a:t>1%</a:t>
            </a:r>
            <a:endParaRPr lang="en-US" sz="3600" b="0" u="none" strike="noStrike">
              <a:solidFill>
                <a:srgbClr val="000000"/>
              </a:solidFill>
              <a:effectLst/>
              <a:uFillTx/>
              <a:latin typeface="OpenSymbol"/>
            </a:endParaRPr>
          </a:p>
        </p:txBody>
      </p:sp>
      <p:sp>
        <p:nvSpPr>
          <p:cNvPr id="351" name="Rectangle 350"/>
          <p:cNvSpPr/>
          <p:nvPr/>
        </p:nvSpPr>
        <p:spPr>
          <a:xfrm>
            <a:off x="3809880" y="1428840"/>
            <a:ext cx="4857480" cy="36144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Lato"/>
              </a:rPr>
              <a:t>Packet loss rate — alert when sustained &gt;1% for 5 minutes.</a:t>
            </a:r>
            <a:endParaRPr lang="en-US" sz="1400" b="0" u="none" strike="noStrike">
              <a:solidFill>
                <a:srgbClr val="000000"/>
              </a:solidFill>
              <a:effectLst/>
              <a:uFillTx/>
              <a:latin typeface="OpenSymbol"/>
            </a:endParaRPr>
          </a:p>
        </p:txBody>
      </p:sp>
      <p:sp>
        <p:nvSpPr>
          <p:cNvPr id="352" name="Rectangle 351"/>
          <p:cNvSpPr/>
          <p:nvPr/>
        </p:nvSpPr>
        <p:spPr>
          <a:xfrm>
            <a:off x="476280" y="207648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35363B"/>
                </a:solidFill>
                <a:effectLst/>
                <a:uFillTx/>
                <a:latin typeface="Epilogue"/>
              </a:rPr>
              <a:t>5%</a:t>
            </a:r>
            <a:endParaRPr lang="en-US" sz="3600" b="0" u="none" strike="noStrike">
              <a:solidFill>
                <a:srgbClr val="000000"/>
              </a:solidFill>
              <a:effectLst/>
              <a:uFillTx/>
              <a:latin typeface="OpenSymbol"/>
            </a:endParaRPr>
          </a:p>
        </p:txBody>
      </p:sp>
      <p:sp>
        <p:nvSpPr>
          <p:cNvPr id="353" name="Rectangle 352"/>
          <p:cNvSpPr/>
          <p:nvPr/>
        </p:nvSpPr>
        <p:spPr>
          <a:xfrm>
            <a:off x="3809880" y="207648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Lato"/>
              </a:rPr>
              <a:t>TCP connection failure rate — alert when &gt;5% over 10 minutes.</a:t>
            </a:r>
            <a:endParaRPr lang="en-US" sz="1400" b="0" u="none" strike="noStrike">
              <a:solidFill>
                <a:srgbClr val="000000"/>
              </a:solidFill>
              <a:effectLst/>
              <a:uFillTx/>
              <a:latin typeface="OpenSymbol"/>
            </a:endParaRPr>
          </a:p>
        </p:txBody>
      </p:sp>
      <p:sp>
        <p:nvSpPr>
          <p:cNvPr id="354" name="Rectangle 353"/>
          <p:cNvSpPr/>
          <p:nvPr/>
        </p:nvSpPr>
        <p:spPr>
          <a:xfrm>
            <a:off x="476280" y="272412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35363B"/>
                </a:solidFill>
                <a:effectLst/>
                <a:uFillTx/>
                <a:latin typeface="Epilogue"/>
              </a:rPr>
              <a:t>200 ms</a:t>
            </a:r>
            <a:endParaRPr lang="en-US" sz="3600" b="0" u="none" strike="noStrike">
              <a:solidFill>
                <a:srgbClr val="000000"/>
              </a:solidFill>
              <a:effectLst/>
              <a:uFillTx/>
              <a:latin typeface="OpenSymbol"/>
            </a:endParaRPr>
          </a:p>
        </p:txBody>
      </p:sp>
      <p:sp>
        <p:nvSpPr>
          <p:cNvPr id="355" name="Rectangle 354"/>
          <p:cNvSpPr/>
          <p:nvPr/>
        </p:nvSpPr>
        <p:spPr>
          <a:xfrm>
            <a:off x="3809880" y="272412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Lato"/>
              </a:rPr>
              <a:t>Latency (RTT) — alert when average &gt;200 ms on critical paths.</a:t>
            </a:r>
            <a:endParaRPr lang="en-US" sz="1400" b="0" u="none" strike="noStrike">
              <a:solidFill>
                <a:srgbClr val="000000"/>
              </a:solidFill>
              <a:effectLst/>
              <a:uFillTx/>
              <a:latin typeface="OpenSymbol"/>
            </a:endParaRPr>
          </a:p>
        </p:txBody>
      </p:sp>
      <p:sp>
        <p:nvSpPr>
          <p:cNvPr id="356" name="Rectangle 355"/>
          <p:cNvSpPr/>
          <p:nvPr/>
        </p:nvSpPr>
        <p:spPr>
          <a:xfrm>
            <a:off x="476280" y="337176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35363B"/>
                </a:solidFill>
                <a:effectLst/>
                <a:uFillTx/>
                <a:latin typeface="Epilogue"/>
              </a:rPr>
              <a:t>50%</a:t>
            </a:r>
            <a:endParaRPr lang="en-US" sz="3600" b="0" u="none" strike="noStrike">
              <a:solidFill>
                <a:srgbClr val="000000"/>
              </a:solidFill>
              <a:effectLst/>
              <a:uFillTx/>
              <a:latin typeface="OpenSymbol"/>
            </a:endParaRPr>
          </a:p>
        </p:txBody>
      </p:sp>
      <p:sp>
        <p:nvSpPr>
          <p:cNvPr id="357" name="Rectangle 356"/>
          <p:cNvSpPr/>
          <p:nvPr/>
        </p:nvSpPr>
        <p:spPr>
          <a:xfrm>
            <a:off x="3809880" y="337176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Lato"/>
              </a:rPr>
              <a:t>NSG deny counts — alert when increases &gt;50% relative to baseline in 10 minutes.</a:t>
            </a:r>
            <a:endParaRPr lang="en-US" sz="1400" b="0" u="none" strike="noStrike">
              <a:solidFill>
                <a:srgbClr val="000000"/>
              </a:solidFill>
              <a:effectLst/>
              <a:uFillTx/>
              <a:latin typeface="OpenSymbol"/>
            </a:endParaRPr>
          </a:p>
        </p:txBody>
      </p:sp>
      <p:sp>
        <p:nvSpPr>
          <p:cNvPr id="358" name="Rectangle 357"/>
          <p:cNvSpPr/>
          <p:nvPr/>
        </p:nvSpPr>
        <p:spPr>
          <a:xfrm>
            <a:off x="476280" y="4019400"/>
            <a:ext cx="3047760" cy="70452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3600" b="1" u="none" strike="noStrike">
                <a:solidFill>
                  <a:srgbClr val="35363B"/>
                </a:solidFill>
                <a:effectLst/>
                <a:uFillTx/>
                <a:latin typeface="Epilogue"/>
              </a:rPr>
              <a:t>1 min</a:t>
            </a:r>
            <a:endParaRPr lang="en-US" sz="3600" b="0" u="none" strike="noStrike">
              <a:solidFill>
                <a:srgbClr val="000000"/>
              </a:solidFill>
              <a:effectLst/>
              <a:uFillTx/>
              <a:latin typeface="OpenSymbol"/>
            </a:endParaRPr>
          </a:p>
        </p:txBody>
      </p:sp>
      <p:sp>
        <p:nvSpPr>
          <p:cNvPr id="359" name="Rectangle 358"/>
          <p:cNvSpPr/>
          <p:nvPr/>
        </p:nvSpPr>
        <p:spPr>
          <a:xfrm>
            <a:off x="3809880" y="4019400"/>
            <a:ext cx="4857480" cy="580680"/>
          </a:xfrm>
          <a:prstGeom prst="rect">
            <a:avLst/>
          </a:prstGeom>
          <a:noFill/>
          <a:ln w="0">
            <a:noFill/>
          </a:ln>
        </p:spPr>
        <p:style>
          <a:lnRef idx="0">
            <a:scrgbClr r="0" g="0" b="0"/>
          </a:lnRef>
          <a:fillRef idx="0">
            <a:scrgbClr r="0" g="0" b="0"/>
          </a:fillRef>
          <a:effectRef idx="0">
            <a:scrgbClr r="0" g="0" b="0"/>
          </a:effectRef>
          <a:fontRef idx="minor"/>
        </p:style>
        <p:txBody>
          <a:bodyPr anchor="ctr">
            <a:normAutofit/>
          </a:bodyPr>
          <a:lstStyle/>
          <a:p>
            <a:pPr defTabSz="914400">
              <a:lnSpc>
                <a:spcPct val="100000"/>
              </a:lnSpc>
              <a:tabLst>
                <a:tab pos="0" algn="l"/>
              </a:tabLst>
            </a:pPr>
            <a:r>
              <a:rPr lang="en-US" sz="1400" b="0" u="none" strike="noStrike">
                <a:solidFill>
                  <a:srgbClr val="35363B"/>
                </a:solidFill>
                <a:effectLst/>
                <a:uFillTx/>
                <a:latin typeface="Lato"/>
              </a:rPr>
              <a:t>Gateway tunnel downtime — alert if any VPN tunnel Down &gt;1 minute.</a:t>
            </a:r>
            <a:endParaRPr lang="en-US" sz="1400" b="0" u="none" strike="noStrike">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Rectangle: Rounded Corners 359"/>
          <p:cNvSpPr/>
          <p:nvPr/>
        </p:nvSpPr>
        <p:spPr>
          <a:xfrm>
            <a:off x="2000160" y="2104920"/>
            <a:ext cx="114120" cy="900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1" name="Rectangle: Rounded Corners 360"/>
          <p:cNvSpPr/>
          <p:nvPr/>
        </p:nvSpPr>
        <p:spPr>
          <a:xfrm>
            <a:off x="3638520" y="2104920"/>
            <a:ext cx="114120" cy="900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2" name="Rectangle: Rounded Corners 361"/>
          <p:cNvSpPr/>
          <p:nvPr/>
        </p:nvSpPr>
        <p:spPr>
          <a:xfrm>
            <a:off x="5276880" y="2104920"/>
            <a:ext cx="114120" cy="900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3" name="Rectangle: Rounded Corners 362"/>
          <p:cNvSpPr/>
          <p:nvPr/>
        </p:nvSpPr>
        <p:spPr>
          <a:xfrm>
            <a:off x="6915240" y="2104920"/>
            <a:ext cx="114120" cy="900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36720" rIns="90000" bIns="-3672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4" name="Rectangle: Rounded Corners 363"/>
          <p:cNvSpPr/>
          <p:nvPr/>
        </p:nvSpPr>
        <p:spPr>
          <a:xfrm>
            <a:off x="476280" y="2000160"/>
            <a:ext cx="1523520" cy="2091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65" name="Rectangle: Rounded Corners 364"/>
          <p:cNvSpPr/>
          <p:nvPr/>
        </p:nvSpPr>
        <p:spPr>
          <a:xfrm>
            <a:off x="1238400" y="2209680"/>
            <a:ext cx="9000" cy="3236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6" name="Rectangle: Rounded Corners 365"/>
          <p:cNvSpPr/>
          <p:nvPr/>
        </p:nvSpPr>
        <p:spPr>
          <a:xfrm>
            <a:off x="2114640" y="2000160"/>
            <a:ext cx="1523520" cy="2091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67" name="Rectangle: Rounded Corners 366"/>
          <p:cNvSpPr/>
          <p:nvPr/>
        </p:nvSpPr>
        <p:spPr>
          <a:xfrm>
            <a:off x="2876400" y="2209680"/>
            <a:ext cx="9000" cy="3236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68" name="Rectangle: Rounded Corners 367"/>
          <p:cNvSpPr/>
          <p:nvPr/>
        </p:nvSpPr>
        <p:spPr>
          <a:xfrm>
            <a:off x="3753000" y="2000160"/>
            <a:ext cx="1523520" cy="2091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69" name="Rectangle: Rounded Corners 368"/>
          <p:cNvSpPr/>
          <p:nvPr/>
        </p:nvSpPr>
        <p:spPr>
          <a:xfrm>
            <a:off x="4514760" y="2209680"/>
            <a:ext cx="9000" cy="3236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70" name="Rectangle: Rounded Corners 369"/>
          <p:cNvSpPr/>
          <p:nvPr/>
        </p:nvSpPr>
        <p:spPr>
          <a:xfrm>
            <a:off x="5391000" y="2000160"/>
            <a:ext cx="1523520" cy="2091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71" name="Rectangle: Rounded Corners 370"/>
          <p:cNvSpPr/>
          <p:nvPr/>
        </p:nvSpPr>
        <p:spPr>
          <a:xfrm>
            <a:off x="6153120" y="2209680"/>
            <a:ext cx="9000" cy="3236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72" name="Rectangle: Rounded Corners 371"/>
          <p:cNvSpPr/>
          <p:nvPr/>
        </p:nvSpPr>
        <p:spPr>
          <a:xfrm>
            <a:off x="7029360" y="2000160"/>
            <a:ext cx="1523520" cy="209160"/>
          </a:xfrm>
          <a:prstGeom prst="roundRect">
            <a:avLst>
              <a:gd name="adj" fmla="val 16667"/>
            </a:avLst>
          </a:prstGeom>
          <a:solidFill>
            <a:srgbClr val="CED0D6"/>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000000"/>
              </a:solidFill>
              <a:effectLst/>
              <a:uFillTx/>
              <a:latin typeface="OpenSymbol"/>
            </a:endParaRPr>
          </a:p>
        </p:txBody>
      </p:sp>
      <p:sp>
        <p:nvSpPr>
          <p:cNvPr id="373" name="Rectangle: Rounded Corners 372"/>
          <p:cNvSpPr/>
          <p:nvPr/>
        </p:nvSpPr>
        <p:spPr>
          <a:xfrm>
            <a:off x="7791480" y="2209680"/>
            <a:ext cx="9000" cy="323640"/>
          </a:xfrm>
          <a:prstGeom prst="roundRect">
            <a:avLst>
              <a:gd name="adj" fmla="val 16667"/>
            </a:avLst>
          </a:prstGeom>
          <a:solidFill>
            <a:srgbClr val="6F7082"/>
          </a:solidFill>
          <a:ln w="0">
            <a:noFill/>
          </a:ln>
        </p:spPr>
        <p:style>
          <a:lnRef idx="0">
            <a:scrgbClr r="0" g="0" b="0"/>
          </a:lnRef>
          <a:fillRef idx="0">
            <a:scrgbClr r="0" g="0" b="0"/>
          </a:fillRef>
          <a:effectRef idx="0">
            <a:scrgbClr r="0" g="0" b="0"/>
          </a:effectRef>
          <a:fontRef idx="minor"/>
        </p:style>
        <p:txBody>
          <a:bodyPr vertOverflow="clip" lIns="90000" tIns="45000" rIns="90000" bIns="45000" anchor="ctr">
            <a:noAutofit/>
          </a:bodyPr>
          <a:lstStyle/>
          <a:p>
            <a:pPr algn="ctr" defTabSz="914400">
              <a:lnSpc>
                <a:spcPct val="100000"/>
              </a:lnSpc>
            </a:pPr>
            <a:endParaRPr lang="en-US" sz="1800" b="0" u="none" strike="noStrike">
              <a:solidFill>
                <a:srgbClr val="FFFFFF"/>
              </a:solidFill>
              <a:effectLst/>
              <a:uFillTx/>
              <a:latin typeface="OpenSymbol"/>
            </a:endParaRPr>
          </a:p>
        </p:txBody>
      </p:sp>
      <p:sp>
        <p:nvSpPr>
          <p:cNvPr id="374" name="Rectangle 373"/>
          <p:cNvSpPr/>
          <p:nvPr/>
        </p:nvSpPr>
        <p:spPr>
          <a:xfrm>
            <a:off x="476280" y="38088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2600" b="1" u="none" strike="noStrike">
                <a:solidFill>
                  <a:srgbClr val="35363B"/>
                </a:solidFill>
                <a:effectLst/>
                <a:uFillTx/>
                <a:latin typeface="Epilogue"/>
              </a:rPr>
              <a:t>Runbook Timeline</a:t>
            </a:r>
            <a:endParaRPr lang="en-US" sz="2600" b="0" u="none" strike="noStrike">
              <a:solidFill>
                <a:srgbClr val="000000"/>
              </a:solidFill>
              <a:effectLst/>
              <a:uFillTx/>
              <a:latin typeface="OpenSymbol"/>
            </a:endParaRPr>
          </a:p>
        </p:txBody>
      </p:sp>
      <p:sp>
        <p:nvSpPr>
          <p:cNvPr id="375" name="Rectangle 374"/>
          <p:cNvSpPr/>
          <p:nvPr/>
        </p:nvSpPr>
        <p:spPr>
          <a:xfrm>
            <a:off x="476280" y="1219320"/>
            <a:ext cx="1523520" cy="5806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35363B"/>
                </a:solidFill>
                <a:effectLst/>
                <a:uFillTx/>
                <a:latin typeface="Epilogue"/>
              </a:rPr>
              <a:t>Incident Header</a:t>
            </a:r>
            <a:endParaRPr lang="en-US" sz="1400" b="0" u="none" strike="noStrike">
              <a:solidFill>
                <a:srgbClr val="000000"/>
              </a:solidFill>
              <a:effectLst/>
              <a:uFillTx/>
              <a:latin typeface="OpenSymbol"/>
            </a:endParaRPr>
          </a:p>
        </p:txBody>
      </p:sp>
      <p:sp>
        <p:nvSpPr>
          <p:cNvPr id="376" name="Rectangle 375"/>
          <p:cNvSpPr/>
          <p:nvPr/>
        </p:nvSpPr>
        <p:spPr>
          <a:xfrm>
            <a:off x="476280" y="2619360"/>
            <a:ext cx="152352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35363B"/>
                </a:solidFill>
                <a:effectLst/>
                <a:uFillTx/>
                <a:latin typeface="Lato"/>
              </a:rPr>
              <a:t>Time, owner, and impacted resources captured (web01 10.0.0.5; DB subnet 10.1.0.0/24) to align on scope and handoff.</a:t>
            </a:r>
            <a:endParaRPr lang="en-US" sz="1200" b="0" u="none" strike="noStrike">
              <a:solidFill>
                <a:srgbClr val="000000"/>
              </a:solidFill>
              <a:effectLst/>
              <a:uFillTx/>
              <a:latin typeface="OpenSymbol"/>
            </a:endParaRPr>
          </a:p>
        </p:txBody>
      </p:sp>
      <p:sp>
        <p:nvSpPr>
          <p:cNvPr id="377" name="Rectangle 376"/>
          <p:cNvSpPr/>
          <p:nvPr/>
        </p:nvSpPr>
        <p:spPr>
          <a:xfrm>
            <a:off x="211464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35363B"/>
                </a:solidFill>
                <a:effectLst/>
                <a:uFillTx/>
                <a:latin typeface="Epilogue"/>
              </a:rPr>
              <a:t>Initial Tests</a:t>
            </a:r>
            <a:endParaRPr lang="en-US" sz="1400" b="0" u="none" strike="noStrike">
              <a:solidFill>
                <a:srgbClr val="000000"/>
              </a:solidFill>
              <a:effectLst/>
              <a:uFillTx/>
              <a:latin typeface="OpenSymbol"/>
            </a:endParaRPr>
          </a:p>
        </p:txBody>
      </p:sp>
      <p:sp>
        <p:nvSpPr>
          <p:cNvPr id="378" name="Rectangle 377"/>
          <p:cNvSpPr/>
          <p:nvPr/>
        </p:nvSpPr>
        <p:spPr>
          <a:xfrm>
            <a:off x="2114640" y="2619360"/>
            <a:ext cx="152352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35363B"/>
                </a:solidFill>
                <a:effectLst/>
                <a:uFillTx/>
                <a:latin typeface="Lato"/>
              </a:rPr>
              <a:t>Connection Troubleshoot snapshot shows failure at hop 3, confirming network path issue before changes.</a:t>
            </a:r>
            <a:endParaRPr lang="en-US" sz="1200" b="0" u="none" strike="noStrike">
              <a:solidFill>
                <a:srgbClr val="000000"/>
              </a:solidFill>
              <a:effectLst/>
              <a:uFillTx/>
              <a:latin typeface="OpenSymbol"/>
            </a:endParaRPr>
          </a:p>
        </p:txBody>
      </p:sp>
      <p:sp>
        <p:nvSpPr>
          <p:cNvPr id="379" name="Rectangle 378"/>
          <p:cNvSpPr/>
          <p:nvPr/>
        </p:nvSpPr>
        <p:spPr>
          <a:xfrm>
            <a:off x="375300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35363B"/>
                </a:solidFill>
                <a:effectLst/>
                <a:uFillTx/>
                <a:latin typeface="Epilogue"/>
              </a:rPr>
              <a:t>Actions Taken</a:t>
            </a:r>
            <a:endParaRPr lang="en-US" sz="1400" b="0" u="none" strike="noStrike">
              <a:solidFill>
                <a:srgbClr val="000000"/>
              </a:solidFill>
              <a:effectLst/>
              <a:uFillTx/>
              <a:latin typeface="OpenSymbol"/>
            </a:endParaRPr>
          </a:p>
        </p:txBody>
      </p:sp>
      <p:sp>
        <p:nvSpPr>
          <p:cNvPr id="380" name="Rectangle 379"/>
          <p:cNvSpPr/>
          <p:nvPr/>
        </p:nvSpPr>
        <p:spPr>
          <a:xfrm>
            <a:off x="3753000" y="2619360"/>
            <a:ext cx="152352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35363B"/>
                </a:solidFill>
                <a:effectLst/>
                <a:uFillTx/>
                <a:latin typeface="Lato"/>
              </a:rPr>
              <a:t>NSG rule updated: Allow inbound 1433 with priority 100; route adjustments logged with timestamps to document changes.</a:t>
            </a:r>
            <a:endParaRPr lang="en-US" sz="1200" b="0" u="none" strike="noStrike">
              <a:solidFill>
                <a:srgbClr val="000000"/>
              </a:solidFill>
              <a:effectLst/>
              <a:uFillTx/>
              <a:latin typeface="OpenSymbol"/>
            </a:endParaRPr>
          </a:p>
        </p:txBody>
      </p:sp>
      <p:sp>
        <p:nvSpPr>
          <p:cNvPr id="381" name="Rectangle 380"/>
          <p:cNvSpPr/>
          <p:nvPr/>
        </p:nvSpPr>
        <p:spPr>
          <a:xfrm>
            <a:off x="539100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35363B"/>
                </a:solidFill>
                <a:effectLst/>
                <a:uFillTx/>
                <a:latin typeface="Epilogue"/>
              </a:rPr>
              <a:t>Validation</a:t>
            </a:r>
            <a:endParaRPr lang="en-US" sz="1400" b="0" u="none" strike="noStrike">
              <a:solidFill>
                <a:srgbClr val="000000"/>
              </a:solidFill>
              <a:effectLst/>
              <a:uFillTx/>
              <a:latin typeface="OpenSymbol"/>
            </a:endParaRPr>
          </a:p>
        </p:txBody>
      </p:sp>
      <p:sp>
        <p:nvSpPr>
          <p:cNvPr id="382" name="Rectangle 381"/>
          <p:cNvSpPr/>
          <p:nvPr/>
        </p:nvSpPr>
        <p:spPr>
          <a:xfrm>
            <a:off x="5391000" y="2619360"/>
            <a:ext cx="1523520" cy="1618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35363B"/>
                </a:solidFill>
                <a:effectLst/>
                <a:uFillTx/>
                <a:latin typeface="Lato"/>
              </a:rPr>
              <a:t>Post-change tests: Connection Troubleshoot reports Reachable=True; metrics show TCP failure rate down from 12% to 0.3%.</a:t>
            </a:r>
            <a:endParaRPr lang="en-US" sz="1200" b="0" u="none" strike="noStrike">
              <a:solidFill>
                <a:srgbClr val="000000"/>
              </a:solidFill>
              <a:effectLst/>
              <a:uFillTx/>
              <a:latin typeface="OpenSymbol"/>
            </a:endParaRPr>
          </a:p>
        </p:txBody>
      </p:sp>
      <p:sp>
        <p:nvSpPr>
          <p:cNvPr id="383" name="Rectangle 382"/>
          <p:cNvSpPr/>
          <p:nvPr/>
        </p:nvSpPr>
        <p:spPr>
          <a:xfrm>
            <a:off x="7029360" y="1219320"/>
            <a:ext cx="1523520" cy="36144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400" b="0" u="none" strike="noStrike">
                <a:solidFill>
                  <a:srgbClr val="35363B"/>
                </a:solidFill>
                <a:effectLst/>
                <a:uFillTx/>
                <a:latin typeface="Epilogue"/>
              </a:rPr>
              <a:t>Post-Mortem</a:t>
            </a:r>
            <a:endParaRPr lang="en-US" sz="1400" b="0" u="none" strike="noStrike">
              <a:solidFill>
                <a:srgbClr val="000000"/>
              </a:solidFill>
              <a:effectLst/>
              <a:uFillTx/>
              <a:latin typeface="OpenSymbol"/>
            </a:endParaRPr>
          </a:p>
        </p:txBody>
      </p:sp>
      <p:sp>
        <p:nvSpPr>
          <p:cNvPr id="384" name="Rectangle 383"/>
          <p:cNvSpPr/>
          <p:nvPr/>
        </p:nvSpPr>
        <p:spPr>
          <a:xfrm>
            <a:off x="7029360" y="2619360"/>
            <a:ext cx="1523520" cy="1800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1200" b="0" u="none" strike="noStrike">
                <a:solidFill>
                  <a:srgbClr val="35363B"/>
                </a:solidFill>
                <a:effectLst/>
                <a:uFillTx/>
                <a:latin typeface="Lato"/>
              </a:rPr>
              <a:t>Notes captured: root cause, remediation rationale, and follow-up tasks to strengthen runbook and ensure reliable handoffs.</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Rectangle 384"/>
          <p:cNvSpPr/>
          <p:nvPr/>
        </p:nvSpPr>
        <p:spPr>
          <a:xfrm>
            <a:off x="2009880" y="838080"/>
            <a:ext cx="5114520" cy="50436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77500" lnSpcReduction="19999"/>
          </a:bodyPr>
          <a:lstStyle/>
          <a:p>
            <a:pPr defTabSz="914400">
              <a:lnSpc>
                <a:spcPct val="100000"/>
              </a:lnSpc>
              <a:tabLst>
                <a:tab pos="0" algn="l"/>
              </a:tabLst>
            </a:pPr>
            <a:r>
              <a:rPr lang="en-US" sz="4000" b="1" u="none" strike="noStrike">
                <a:solidFill>
                  <a:srgbClr val="35363B"/>
                </a:solidFill>
                <a:effectLst/>
                <a:uFillTx/>
                <a:latin typeface="Epilogue"/>
              </a:rPr>
              <a:t>Final Takeaways</a:t>
            </a:r>
            <a:endParaRPr lang="en-US" sz="4000" b="0" u="none" strike="noStrike">
              <a:solidFill>
                <a:srgbClr val="000000"/>
              </a:solidFill>
              <a:effectLst/>
              <a:uFillTx/>
              <a:latin typeface="OpenSymbol"/>
            </a:endParaRPr>
          </a:p>
        </p:txBody>
      </p:sp>
      <p:sp>
        <p:nvSpPr>
          <p:cNvPr id="386" name="Rectangle 385"/>
          <p:cNvSpPr/>
          <p:nvPr/>
        </p:nvSpPr>
        <p:spPr>
          <a:xfrm>
            <a:off x="2009880" y="2228760"/>
            <a:ext cx="5114520" cy="17521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rgbClr val="35363B"/>
                </a:solidFill>
                <a:effectLst/>
                <a:uFillTx/>
                <a:latin typeface="Lato"/>
              </a:rPr>
              <a:t>You now possess a repeatable playbook for Azure Network Watcher troubleshooting, from connection tests to packet captures, ready for fast, reliable incident response.</a:t>
            </a:r>
            <a:endParaRPr lang="en-US" sz="1200" b="0" u="none" strike="noStrike">
              <a:solidFill>
                <a:srgbClr val="000000"/>
              </a:solidFill>
              <a:effectLst/>
              <a:uFillTx/>
              <a:latin typeface="OpenSymbol"/>
            </a:endParaRPr>
          </a:p>
          <a:p>
            <a:pPr defTabSz="914400">
              <a:lnSpc>
                <a:spcPct val="150000"/>
              </a:lnSpc>
              <a:tabLst>
                <a:tab pos="0" algn="l"/>
              </a:tabLst>
            </a:pPr>
            <a:r>
              <a:rPr lang="en-US" sz="1200" b="0" u="none" strike="noStrike">
                <a:solidFill>
                  <a:srgbClr val="35363B"/>
                </a:solidFill>
                <a:effectLst/>
                <a:uFillTx/>
                <a:latin typeface="Lato"/>
              </a:rPr>
              <a:t>Metrics and alerts translate into measurable outcomes, enabling you to quantify resolution and sustain connectivity.</a:t>
            </a:r>
            <a:endParaRPr lang="en-US" sz="1200" b="0" u="none" strike="noStrike">
              <a:solidFill>
                <a:srgbClr val="000000"/>
              </a:solidFill>
              <a:effectLst/>
              <a:uFillTx/>
              <a:latin typeface="OpenSymbol"/>
            </a:endParaRPr>
          </a:p>
          <a:p>
            <a:pPr defTabSz="914400">
              <a:lnSpc>
                <a:spcPct val="150000"/>
              </a:lnSpc>
              <a:tabLst>
                <a:tab pos="0" algn="l"/>
              </a:tabLst>
            </a:pPr>
            <a:r>
              <a:rPr lang="en-US" sz="1200" b="0" u="none" strike="noStrike">
                <a:solidFill>
                  <a:srgbClr val="35363B"/>
                </a:solidFill>
                <a:effectLst/>
                <a:uFillTx/>
                <a:latin typeface="Lato"/>
              </a:rPr>
              <a:t>That one-page runbook and handoff template are your anchors for consistent operations across teams.</a:t>
            </a:r>
            <a:endParaRPr lang="en-US" sz="12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2352600" y="-717480"/>
            <a:ext cx="4447800" cy="2774520"/>
          </a:xfrm>
          <a:prstGeom prst="rect">
            <a:avLst/>
          </a:prstGeom>
          <a:noFill/>
          <a:ln w="0">
            <a:noFill/>
          </a:ln>
        </p:spPr>
        <p:txBody>
          <a:bodyPr lIns="91440" tIns="91440" rIns="91440" bIns="91440" anchor="b">
            <a:spAutoFit/>
          </a:bodyPr>
          <a:lstStyle/>
          <a:p>
            <a:pPr indent="0" algn="ctr">
              <a:lnSpc>
                <a:spcPct val="100000"/>
              </a:lnSpc>
              <a:buNone/>
              <a:tabLst>
                <a:tab pos="0" algn="l"/>
              </a:tabLst>
            </a:pPr>
            <a:r>
              <a:rPr lang="en" sz="8500" b="1" u="none" strike="noStrike">
                <a:solidFill>
                  <a:schemeClr val="dk1"/>
                </a:solidFill>
                <a:effectLst/>
                <a:uFillTx/>
                <a:latin typeface="Epilogue"/>
                <a:ea typeface="Epilogue"/>
              </a:rPr>
              <a:t>Thanks!</a:t>
            </a:r>
            <a:endParaRPr lang="fr-FR" sz="8500" b="0" u="none" strike="noStrike">
              <a:solidFill>
                <a:schemeClr val="dk1"/>
              </a:solidFill>
              <a:effectLst/>
              <a:uFillTx/>
              <a:latin typeface="Arial"/>
            </a:endParaRPr>
          </a:p>
        </p:txBody>
      </p:sp>
      <p:sp>
        <p:nvSpPr>
          <p:cNvPr id="388" name="PlaceHolder 2"/>
          <p:cNvSpPr>
            <a:spLocks noGrp="1"/>
          </p:cNvSpPr>
          <p:nvPr>
            <p:ph type="subTitle"/>
          </p:nvPr>
        </p:nvSpPr>
        <p:spPr>
          <a:xfrm>
            <a:off x="2343240" y="1838160"/>
            <a:ext cx="4447800" cy="105732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600" b="1" u="none" strike="noStrike">
                <a:solidFill>
                  <a:schemeClr val="dk1"/>
                </a:solidFill>
                <a:effectLst/>
                <a:uFillTx/>
                <a:latin typeface="Lato"/>
                <a:ea typeface="Lato"/>
              </a:rPr>
              <a:t>Do you have any questions?</a:t>
            </a:r>
            <a:endParaRPr lang="en-US" sz="1600" b="0" u="none" strike="noStrike">
              <a:solidFill>
                <a:srgbClr val="000000"/>
              </a:solidFill>
              <a:effectLst/>
              <a:uFillTx/>
              <a:latin typeface="OpenSymbol"/>
            </a:endParaRPr>
          </a:p>
          <a:p>
            <a:pPr indent="0" algn="ctr">
              <a:lnSpc>
                <a:spcPct val="100000"/>
              </a:lnSpc>
              <a:buNone/>
              <a:tabLst>
                <a:tab pos="0" algn="l"/>
              </a:tabLst>
            </a:pPr>
            <a:r>
              <a:rPr lang="en" sz="1600" b="0" u="none" strike="noStrike">
                <a:solidFill>
                  <a:schemeClr val="dk1"/>
                </a:solidFill>
                <a:effectLst/>
                <a:uFillTx/>
                <a:latin typeface="Lato"/>
                <a:ea typeface="Lato"/>
              </a:rPr>
              <a:t>youremail@freepik.com</a:t>
            </a:r>
            <a:endParaRPr lang="en-US" sz="1600" b="0" u="none" strike="noStrike">
              <a:solidFill>
                <a:srgbClr val="000000"/>
              </a:solidFill>
              <a:effectLst/>
              <a:uFillTx/>
              <a:latin typeface="OpenSymbol"/>
            </a:endParaRPr>
          </a:p>
          <a:p>
            <a:pPr indent="0" algn="ctr">
              <a:lnSpc>
                <a:spcPct val="100000"/>
              </a:lnSpc>
              <a:buNone/>
              <a:tabLst>
                <a:tab pos="0" algn="l"/>
              </a:tabLst>
            </a:pPr>
            <a:r>
              <a:rPr lang="en" sz="1600" b="0" u="none" strike="noStrike">
                <a:solidFill>
                  <a:schemeClr val="dk1"/>
                </a:solidFill>
                <a:effectLst/>
                <a:uFillTx/>
                <a:latin typeface="Lato"/>
                <a:ea typeface="Lato"/>
              </a:rPr>
              <a:t>+34 654 321 432</a:t>
            </a:r>
            <a:endParaRPr lang="en-US" sz="1600" b="0" u="none" strike="noStrike">
              <a:solidFill>
                <a:srgbClr val="000000"/>
              </a:solidFill>
              <a:effectLst/>
              <a:uFillTx/>
              <a:latin typeface="OpenSymbol"/>
            </a:endParaRPr>
          </a:p>
          <a:p>
            <a:pPr indent="0" algn="ctr">
              <a:lnSpc>
                <a:spcPct val="100000"/>
              </a:lnSpc>
              <a:buNone/>
              <a:tabLst>
                <a:tab pos="0" algn="l"/>
              </a:tabLst>
            </a:pPr>
            <a:r>
              <a:rPr lang="en" sz="1600" b="0" u="none" strike="noStrike">
                <a:solidFill>
                  <a:schemeClr val="dk1"/>
                </a:solidFill>
                <a:effectLst/>
                <a:uFillTx/>
                <a:latin typeface="Lato"/>
                <a:ea typeface="Lato"/>
              </a:rPr>
              <a:t>yourwebsite.com</a:t>
            </a:r>
            <a:endParaRPr lang="en-US" sz="1600" b="0" u="none" strike="noStrike">
              <a:solidFill>
                <a:srgbClr val="000000"/>
              </a:solidFill>
              <a:effectLst/>
              <a:uFillTx/>
              <a:latin typeface="OpenSymbol"/>
            </a:endParaRPr>
          </a:p>
        </p:txBody>
      </p:sp>
      <p:sp>
        <p:nvSpPr>
          <p:cNvPr id="389" name="Google Shape;1491;p48"/>
          <p:cNvSpPr/>
          <p:nvPr/>
        </p:nvSpPr>
        <p:spPr>
          <a:xfrm>
            <a:off x="2495520" y="4124160"/>
            <a:ext cx="4152600" cy="256680"/>
          </a:xfrm>
          <a:prstGeom prst="rect">
            <a:avLst/>
          </a:prstGeom>
          <a:noFill/>
          <a:ln w="0">
            <a:noFill/>
          </a:ln>
        </p:spPr>
        <p:style>
          <a:lnRef idx="0">
            <a:scrgbClr r="0" g="0" b="0"/>
          </a:lnRef>
          <a:fillRef idx="0">
            <a:scrgbClr r="0" g="0" b="0"/>
          </a:fillRef>
          <a:effectRef idx="0">
            <a:scrgbClr r="0" g="0" b="0"/>
          </a:effectRef>
          <a:fontRef idx="minor"/>
        </p:style>
        <p:txBody>
          <a:bodyPr lIns="870823080" tIns="-3218040" rIns="870823080" bIns="-3218040" anchor="t">
            <a:spAutoFit/>
          </a:bodyPr>
          <a:lstStyle/>
          <a:p>
            <a:pPr algn="ctr" defTabSz="914400">
              <a:lnSpc>
                <a:spcPct val="100000"/>
              </a:lnSpc>
              <a:tabLst>
                <a:tab pos="0" algn="l"/>
              </a:tabLst>
            </a:pPr>
            <a:r>
              <a:rPr lang="en" sz="1200" b="0" u="none" strike="noStrike">
                <a:solidFill>
                  <a:schemeClr val="dk1"/>
                </a:solidFill>
                <a:effectLst/>
                <a:uFillTx/>
                <a:latin typeface="Arial"/>
              </a:rPr>
              <a:t>Please keep this slide for attribution</a:t>
            </a:r>
            <a:endParaRPr lang="en-US" sz="1200" b="0" u="none" strike="noStrike">
              <a:solidFill>
                <a:srgbClr val="000000"/>
              </a:solidFill>
              <a:effectLst/>
              <a:uFillTx/>
              <a:latin typeface="OpenSymbol"/>
            </a:endParaRPr>
          </a:p>
        </p:txBody>
      </p:sp>
      <p:grpSp>
        <p:nvGrpSpPr>
          <p:cNvPr id="390" name="Google Shape;1492;p48"/>
          <p:cNvGrpSpPr/>
          <p:nvPr/>
        </p:nvGrpSpPr>
        <p:grpSpPr>
          <a:xfrm>
            <a:off x="5298480" y="3061440"/>
            <a:ext cx="369720" cy="363960"/>
            <a:chOff x="5298480" y="3061440"/>
            <a:chExt cx="369720" cy="363960"/>
          </a:xfrm>
        </p:grpSpPr>
        <p:grpSp>
          <p:nvGrpSpPr>
            <p:cNvPr id="391" name="Google Shape;1493;p48"/>
            <p:cNvGrpSpPr/>
            <p:nvPr/>
          </p:nvGrpSpPr>
          <p:grpSpPr>
            <a:xfrm>
              <a:off x="5298480" y="3061440"/>
              <a:ext cx="362880" cy="363960"/>
              <a:chOff x="5298480" y="3061440"/>
              <a:chExt cx="362880" cy="363960"/>
            </a:xfrm>
          </p:grpSpPr>
          <p:sp>
            <p:nvSpPr>
              <p:cNvPr id="392" name="Google Shape;1494;p48"/>
              <p:cNvSpPr/>
              <p:nvPr/>
            </p:nvSpPr>
            <p:spPr>
              <a:xfrm>
                <a:off x="5298480" y="3061440"/>
                <a:ext cx="362880" cy="363960"/>
              </a:xfrm>
              <a:custGeom>
                <a:avLst/>
                <a:gdLst>
                  <a:gd name="textAreaLeft" fmla="*/ 0 w 362880"/>
                  <a:gd name="textAreaRight" fmla="*/ 363240 w 362880"/>
                  <a:gd name="textAreaTop" fmla="*/ 0 h 363960"/>
                  <a:gd name="textAreaBottom" fmla="*/ 364320 h 363960"/>
                </a:gdLst>
                <a:ahLst/>
                <a:cxnLst/>
                <a:rect l="textAreaLeft" t="textAreaTop" r="textAreaRight" b="textAreaBottom"/>
                <a:pathLst>
                  <a:path w="208483" h="208483">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1495;p48"/>
              <p:cNvSpPr/>
              <p:nvPr/>
            </p:nvSpPr>
            <p:spPr>
              <a:xfrm>
                <a:off x="5380560" y="3130200"/>
                <a:ext cx="198720" cy="226800"/>
              </a:xfrm>
              <a:custGeom>
                <a:avLst/>
                <a:gdLst>
                  <a:gd name="textAreaLeft" fmla="*/ 0 w 198720"/>
                  <a:gd name="textAreaRight" fmla="*/ 199080 w 198720"/>
                  <a:gd name="textAreaTop" fmla="*/ 0 h 226800"/>
                  <a:gd name="textAreaBottom" fmla="*/ 227160 h 226800"/>
                </a:gdLst>
                <a:ahLst/>
                <a:cxnLst/>
                <a:rect l="textAreaLeft" t="textAreaTop" r="textAreaRight" b="textAreaBottom"/>
                <a:pathLst>
                  <a:path w="130928" h="148841">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4" name="Google Shape;1496;p48"/>
            <p:cNvSpPr/>
            <p:nvPr/>
          </p:nvSpPr>
          <p:spPr>
            <a:xfrm>
              <a:off x="5456880" y="3061440"/>
              <a:ext cx="211320" cy="363960"/>
            </a:xfrm>
            <a:custGeom>
              <a:avLst/>
              <a:gdLst>
                <a:gd name="textAreaLeft" fmla="*/ 0 w 211320"/>
                <a:gd name="textAreaRight" fmla="*/ 211680 w 211320"/>
                <a:gd name="textAreaTop" fmla="*/ 0 h 363960"/>
                <a:gd name="textAreaBottom" fmla="*/ 364320 h 363960"/>
              </a:gdLst>
              <a:ahLst/>
              <a:cxnLst/>
              <a:rect l="textAreaLeft" t="textAreaTop" r="textAreaRight" b="textAreaBottom"/>
              <a:pathLst>
                <a:path w="7926" h="13602">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5" name="Google Shape;1497;p48"/>
          <p:cNvGrpSpPr/>
          <p:nvPr/>
        </p:nvGrpSpPr>
        <p:grpSpPr>
          <a:xfrm>
            <a:off x="4386960" y="3065400"/>
            <a:ext cx="362880" cy="356040"/>
            <a:chOff x="4386960" y="3065400"/>
            <a:chExt cx="362880" cy="356040"/>
          </a:xfrm>
        </p:grpSpPr>
        <p:sp>
          <p:nvSpPr>
            <p:cNvPr id="396" name="Google Shape;1498;p48"/>
            <p:cNvSpPr/>
            <p:nvPr/>
          </p:nvSpPr>
          <p:spPr>
            <a:xfrm>
              <a:off x="438696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1499;p48"/>
            <p:cNvSpPr/>
            <p:nvPr/>
          </p:nvSpPr>
          <p:spPr>
            <a:xfrm>
              <a:off x="4542120" y="306540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1500;p48"/>
            <p:cNvSpPr/>
            <p:nvPr/>
          </p:nvSpPr>
          <p:spPr>
            <a:xfrm>
              <a:off x="4471920" y="3212280"/>
              <a:ext cx="38880" cy="116640"/>
            </a:xfrm>
            <a:custGeom>
              <a:avLst/>
              <a:gdLst>
                <a:gd name="textAreaLeft" fmla="*/ 0 w 38880"/>
                <a:gd name="textAreaRight" fmla="*/ 39240 w 38880"/>
                <a:gd name="textAreaTop" fmla="*/ 0 h 116640"/>
                <a:gd name="textAreaBottom" fmla="*/ 117000 h 116640"/>
              </a:gdLst>
              <a:ahLst/>
              <a:cxnLst/>
              <a:rect l="textAreaLeft" t="textAreaTop" r="textAreaRight" b="textAreaBottom"/>
              <a:pathLst>
                <a:path w="1502" h="4461">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8320" bIns="58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1501;p48"/>
            <p:cNvSpPr/>
            <p:nvPr/>
          </p:nvSpPr>
          <p:spPr>
            <a:xfrm>
              <a:off x="4456080" y="3142440"/>
              <a:ext cx="55080" cy="47160"/>
            </a:xfrm>
            <a:custGeom>
              <a:avLst/>
              <a:gdLst>
                <a:gd name="textAreaLeft" fmla="*/ 0 w 55080"/>
                <a:gd name="textAreaRight" fmla="*/ 55440 w 55080"/>
                <a:gd name="textAreaTop" fmla="*/ 0 h 47160"/>
                <a:gd name="textAreaBottom" fmla="*/ 47520 h 47160"/>
              </a:gdLst>
              <a:ahLst/>
              <a:cxnLst/>
              <a:rect l="textAreaLeft" t="textAreaTop" r="textAreaRight" b="textAreaBottom"/>
              <a:pathLst>
                <a:path w="2109" h="1811">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0" name="Google Shape;1502;p48"/>
            <p:cNvSpPr/>
            <p:nvPr/>
          </p:nvSpPr>
          <p:spPr>
            <a:xfrm>
              <a:off x="4549680" y="3212280"/>
              <a:ext cx="124560" cy="117000"/>
            </a:xfrm>
            <a:custGeom>
              <a:avLst/>
              <a:gdLst>
                <a:gd name="textAreaLeft" fmla="*/ 0 w 124560"/>
                <a:gd name="textAreaRight" fmla="*/ 124920 w 124560"/>
                <a:gd name="textAreaTop" fmla="*/ 0 h 117000"/>
                <a:gd name="textAreaBottom" fmla="*/ 117360 h 117000"/>
              </a:gdLst>
              <a:ahLst/>
              <a:cxnLst/>
              <a:rect l="textAreaLeft" t="textAreaTop" r="textAreaRight" b="textAreaBottom"/>
              <a:pathLst>
                <a:path w="4765" h="4477">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8680" bIns="58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01" name="Google Shape;1503;p48"/>
          <p:cNvGrpSpPr/>
          <p:nvPr/>
        </p:nvGrpSpPr>
        <p:grpSpPr>
          <a:xfrm>
            <a:off x="4842720" y="3065400"/>
            <a:ext cx="362520" cy="356040"/>
            <a:chOff x="4842720" y="3065400"/>
            <a:chExt cx="362520" cy="356040"/>
          </a:xfrm>
        </p:grpSpPr>
        <p:sp>
          <p:nvSpPr>
            <p:cNvPr id="402" name="Google Shape;1504;p48"/>
            <p:cNvSpPr/>
            <p:nvPr/>
          </p:nvSpPr>
          <p:spPr>
            <a:xfrm>
              <a:off x="4842720" y="3065400"/>
              <a:ext cx="356040" cy="356040"/>
            </a:xfrm>
            <a:custGeom>
              <a:avLst/>
              <a:gdLst>
                <a:gd name="textAreaLeft" fmla="*/ 0 w 356040"/>
                <a:gd name="textAreaRight" fmla="*/ 356400 w 356040"/>
                <a:gd name="textAreaTop" fmla="*/ 0 h 356040"/>
                <a:gd name="textAreaBottom" fmla="*/ 356400 h 356040"/>
              </a:gdLst>
              <a:ahLst/>
              <a:cxnLst/>
              <a:rect l="textAreaLeft" t="textAreaTop" r="textAreaRight" b="textAreaBottom"/>
              <a:pathLst>
                <a:path w="13599" h="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3" name="Google Shape;1505;p48"/>
            <p:cNvSpPr/>
            <p:nvPr/>
          </p:nvSpPr>
          <p:spPr>
            <a:xfrm>
              <a:off x="4997520" y="306540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1506;p48"/>
            <p:cNvSpPr/>
            <p:nvPr/>
          </p:nvSpPr>
          <p:spPr>
            <a:xfrm>
              <a:off x="4919040" y="3157560"/>
              <a:ext cx="227520" cy="187200"/>
            </a:xfrm>
            <a:custGeom>
              <a:avLst/>
              <a:gdLst>
                <a:gd name="textAreaLeft" fmla="*/ 0 w 227520"/>
                <a:gd name="textAreaRight" fmla="*/ 227880 w 227520"/>
                <a:gd name="textAreaTop" fmla="*/ 0 h 187200"/>
                <a:gd name="textAreaBottom" fmla="*/ 187560 h 187200"/>
              </a:gdLst>
              <a:ahLst/>
              <a:cxnLst/>
              <a:rect l="textAreaLeft" t="textAreaTop" r="textAreaRight" b="textAreaBottom"/>
              <a:pathLst>
                <a:path w="8688" h="7151">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rgbClr val="FDFDFD"/>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05" name="Google Shape;1507;p48"/>
          <p:cNvGrpSpPr/>
          <p:nvPr/>
        </p:nvGrpSpPr>
        <p:grpSpPr>
          <a:xfrm>
            <a:off x="3931200" y="3065400"/>
            <a:ext cx="362520" cy="356400"/>
            <a:chOff x="3931200" y="3065400"/>
            <a:chExt cx="362520" cy="356400"/>
          </a:xfrm>
        </p:grpSpPr>
        <p:grpSp>
          <p:nvGrpSpPr>
            <p:cNvPr id="406" name="Google Shape;1508;p48"/>
            <p:cNvGrpSpPr/>
            <p:nvPr/>
          </p:nvGrpSpPr>
          <p:grpSpPr>
            <a:xfrm>
              <a:off x="3931200" y="3065400"/>
              <a:ext cx="362520" cy="356400"/>
              <a:chOff x="3931200" y="3065400"/>
              <a:chExt cx="362520" cy="356400"/>
            </a:xfrm>
          </p:grpSpPr>
          <p:sp>
            <p:nvSpPr>
              <p:cNvPr id="407" name="Google Shape;1509;p48"/>
              <p:cNvSpPr/>
              <p:nvPr/>
            </p:nvSpPr>
            <p:spPr>
              <a:xfrm>
                <a:off x="393120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1510;p48"/>
              <p:cNvSpPr/>
              <p:nvPr/>
            </p:nvSpPr>
            <p:spPr>
              <a:xfrm>
                <a:off x="4086360" y="3065400"/>
                <a:ext cx="207360" cy="356400"/>
              </a:xfrm>
              <a:custGeom>
                <a:avLst/>
                <a:gdLst>
                  <a:gd name="textAreaLeft" fmla="*/ 0 w 207360"/>
                  <a:gd name="textAreaRight" fmla="*/ 207720 w 207360"/>
                  <a:gd name="textAreaTop" fmla="*/ 0 h 356400"/>
                  <a:gd name="textAreaBottom" fmla="*/ 356760 h 356400"/>
                </a:gdLst>
                <a:ahLst/>
                <a:cxnLst/>
                <a:rect l="textAreaLeft" t="textAreaTop" r="textAreaRight" b="textAreaBottom"/>
                <a:pathLst>
                  <a:path w="7926" h="13613">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00000">
                  <a:alpha val="1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9" name="Google Shape;1511;p48"/>
            <p:cNvGrpSpPr/>
            <p:nvPr/>
          </p:nvGrpSpPr>
          <p:grpSpPr>
            <a:xfrm>
              <a:off x="4011480" y="3142800"/>
              <a:ext cx="201960" cy="201960"/>
              <a:chOff x="4011480" y="3142800"/>
              <a:chExt cx="201960" cy="201960"/>
            </a:xfrm>
          </p:grpSpPr>
          <p:sp>
            <p:nvSpPr>
              <p:cNvPr id="410" name="Google Shape;1512;p48"/>
              <p:cNvSpPr/>
              <p:nvPr/>
            </p:nvSpPr>
            <p:spPr>
              <a:xfrm>
                <a:off x="4011480" y="3142800"/>
                <a:ext cx="201960" cy="201960"/>
              </a:xfrm>
              <a:custGeom>
                <a:avLst/>
                <a:gdLst>
                  <a:gd name="textAreaLeft" fmla="*/ 0 w 201960"/>
                  <a:gd name="textAreaRight" fmla="*/ 202320 w 201960"/>
                  <a:gd name="textAreaTop" fmla="*/ 0 h 201960"/>
                  <a:gd name="textAreaBottom" fmla="*/ 202320 h 20196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1513;p48"/>
              <p:cNvSpPr/>
              <p:nvPr/>
            </p:nvSpPr>
            <p:spPr>
              <a:xfrm>
                <a:off x="4066560" y="3197880"/>
                <a:ext cx="91800" cy="91440"/>
              </a:xfrm>
              <a:custGeom>
                <a:avLst/>
                <a:gdLst>
                  <a:gd name="textAreaLeft" fmla="*/ 0 w 91800"/>
                  <a:gd name="textAreaRight" fmla="*/ 92160 w 91800"/>
                  <a:gd name="textAreaTop" fmla="*/ 0 h 91440"/>
                  <a:gd name="textAreaBottom" fmla="*/ 91800 h 9144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12" name="Google Shape;1514;p48"/>
          <p:cNvGrpSpPr/>
          <p:nvPr/>
        </p:nvGrpSpPr>
        <p:grpSpPr>
          <a:xfrm>
            <a:off x="3475440" y="3065400"/>
            <a:ext cx="362520" cy="356760"/>
            <a:chOff x="3475440" y="3065400"/>
            <a:chExt cx="362520" cy="356760"/>
          </a:xfrm>
        </p:grpSpPr>
        <p:sp>
          <p:nvSpPr>
            <p:cNvPr id="413" name="Google Shape;1515;p48"/>
            <p:cNvSpPr/>
            <p:nvPr/>
          </p:nvSpPr>
          <p:spPr>
            <a:xfrm>
              <a:off x="347544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4" name="Google Shape;1516;p48"/>
            <p:cNvSpPr/>
            <p:nvPr/>
          </p:nvSpPr>
          <p:spPr>
            <a:xfrm>
              <a:off x="3630600" y="3065400"/>
              <a:ext cx="207360" cy="356040"/>
            </a:xfrm>
            <a:custGeom>
              <a:avLst/>
              <a:gdLst>
                <a:gd name="textAreaLeft" fmla="*/ 0 w 207360"/>
                <a:gd name="textAreaRight" fmla="*/ 207720 w 207360"/>
                <a:gd name="textAreaTop" fmla="*/ 0 h 356040"/>
                <a:gd name="textAreaBottom" fmla="*/ 356400 h 356040"/>
              </a:gdLst>
              <a:ahLst/>
              <a:cxnLst/>
              <a:rect l="textAreaLeft" t="textAreaTop" r="textAreaRight" b="textAreaBottom"/>
              <a:pathLst>
                <a:path w="7926" h="13602">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1517;p48"/>
            <p:cNvSpPr/>
            <p:nvPr/>
          </p:nvSpPr>
          <p:spPr>
            <a:xfrm>
              <a:off x="3537720" y="3142800"/>
              <a:ext cx="193680" cy="279360"/>
            </a:xfrm>
            <a:custGeom>
              <a:avLst/>
              <a:gdLst>
                <a:gd name="textAreaLeft" fmla="*/ 0 w 193680"/>
                <a:gd name="textAreaRight" fmla="*/ 194040 w 193680"/>
                <a:gd name="textAreaTop" fmla="*/ 0 h 279360"/>
                <a:gd name="textAreaBottom" fmla="*/ 279720 h 279360"/>
              </a:gdLst>
              <a:ahLst/>
              <a:cxnLst/>
              <a:rect l="textAreaLeft" t="textAreaTop" r="textAreaRight" b="textAreaBottom"/>
              <a:pathLst>
                <a:path w="7407" h="10668">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rgbClr val="FDFDFD"/>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6" name="Google Shape;1518;p48"/>
          <p:cNvGrpSpPr/>
          <p:nvPr/>
        </p:nvGrpSpPr>
        <p:grpSpPr>
          <a:xfrm>
            <a:off x="8425800" y="3262320"/>
            <a:ext cx="27000" cy="532080"/>
            <a:chOff x="8425800" y="3262320"/>
            <a:chExt cx="27000" cy="532080"/>
          </a:xfrm>
        </p:grpSpPr>
        <p:sp>
          <p:nvSpPr>
            <p:cNvPr id="417" name="Google Shape;1519;p48"/>
            <p:cNvSpPr/>
            <p:nvPr/>
          </p:nvSpPr>
          <p:spPr>
            <a:xfrm>
              <a:off x="8439480" y="327492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8" name="Google Shape;1520;p48"/>
            <p:cNvSpPr/>
            <p:nvPr/>
          </p:nvSpPr>
          <p:spPr>
            <a:xfrm>
              <a:off x="8425800" y="37674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1521;p48"/>
            <p:cNvSpPr/>
            <p:nvPr/>
          </p:nvSpPr>
          <p:spPr>
            <a:xfrm>
              <a:off x="8425800" y="326232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scrgbClr r="0" g="0" b="0"/>
            </a:lnRef>
            <a:fillRef idx="0">
              <a:scrgbClr r="0" g="0" b="0"/>
            </a:fillRef>
            <a:effectRef idx="0">
              <a:scrgbClr r="0" g="0" b="0"/>
            </a:effectRef>
            <a:fontRef idx="minor"/>
          </p:style>
          <p:txBody>
            <a:bodyPr tIns="13680" bIns="13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0" name="Google Shape;1522;p48"/>
          <p:cNvGrpSpPr/>
          <p:nvPr/>
        </p:nvGrpSpPr>
        <p:grpSpPr>
          <a:xfrm>
            <a:off x="8191440" y="2664000"/>
            <a:ext cx="478800" cy="594720"/>
            <a:chOff x="8191440" y="2664000"/>
            <a:chExt cx="478800" cy="594720"/>
          </a:xfrm>
        </p:grpSpPr>
        <p:grpSp>
          <p:nvGrpSpPr>
            <p:cNvPr id="421" name="Google Shape;1523;p48"/>
            <p:cNvGrpSpPr/>
            <p:nvPr/>
          </p:nvGrpSpPr>
          <p:grpSpPr>
            <a:xfrm>
              <a:off x="8191440" y="2664000"/>
              <a:ext cx="478800" cy="594720"/>
              <a:chOff x="8191440" y="2664000"/>
              <a:chExt cx="478800" cy="594720"/>
            </a:xfrm>
          </p:grpSpPr>
          <p:sp>
            <p:nvSpPr>
              <p:cNvPr id="422" name="Google Shape;1524;p48"/>
              <p:cNvSpPr/>
              <p:nvPr/>
            </p:nvSpPr>
            <p:spPr>
              <a:xfrm>
                <a:off x="8191440" y="266400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23" name="Google Shape;1525;p48"/>
              <p:cNvGrpSpPr/>
              <p:nvPr/>
            </p:nvGrpSpPr>
            <p:grpSpPr>
              <a:xfrm>
                <a:off x="8441280" y="2698200"/>
                <a:ext cx="180720" cy="45360"/>
                <a:chOff x="8441280" y="2698200"/>
                <a:chExt cx="180720" cy="45360"/>
              </a:xfrm>
            </p:grpSpPr>
            <p:sp>
              <p:nvSpPr>
                <p:cNvPr id="424" name="Google Shape;1526;p48"/>
                <p:cNvSpPr/>
                <p:nvPr/>
              </p:nvSpPr>
              <p:spPr>
                <a:xfrm>
                  <a:off x="857664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1527;p48"/>
                <p:cNvSpPr/>
                <p:nvPr/>
              </p:nvSpPr>
              <p:spPr>
                <a:xfrm>
                  <a:off x="850896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6" name="Google Shape;1528;p48"/>
                <p:cNvSpPr/>
                <p:nvPr/>
              </p:nvSpPr>
              <p:spPr>
                <a:xfrm>
                  <a:off x="844128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27" name="Google Shape;1529;p48"/>
            <p:cNvGrpSpPr/>
            <p:nvPr/>
          </p:nvGrpSpPr>
          <p:grpSpPr>
            <a:xfrm>
              <a:off x="8230320" y="2778840"/>
              <a:ext cx="394560" cy="412560"/>
              <a:chOff x="8230320" y="2778840"/>
              <a:chExt cx="394560" cy="412560"/>
            </a:xfrm>
          </p:grpSpPr>
          <p:sp>
            <p:nvSpPr>
              <p:cNvPr id="428" name="Google Shape;1530;p48"/>
              <p:cNvSpPr/>
              <p:nvPr/>
            </p:nvSpPr>
            <p:spPr>
              <a:xfrm>
                <a:off x="8230320" y="301212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9" name="Google Shape;1531;p48"/>
              <p:cNvSpPr/>
              <p:nvPr/>
            </p:nvSpPr>
            <p:spPr>
              <a:xfrm>
                <a:off x="8236080" y="277884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30" name="Google Shape;1532;p48"/>
          <p:cNvGrpSpPr/>
          <p:nvPr/>
        </p:nvGrpSpPr>
        <p:grpSpPr>
          <a:xfrm>
            <a:off x="136080" y="321840"/>
            <a:ext cx="1153440" cy="1166400"/>
            <a:chOff x="136080" y="321840"/>
            <a:chExt cx="1153440" cy="1166400"/>
          </a:xfrm>
        </p:grpSpPr>
        <p:sp>
          <p:nvSpPr>
            <p:cNvPr id="431" name="Google Shape;1533;p48"/>
            <p:cNvSpPr/>
            <p:nvPr/>
          </p:nvSpPr>
          <p:spPr>
            <a:xfrm>
              <a:off x="243360" y="429120"/>
              <a:ext cx="1046160" cy="1059120"/>
            </a:xfrm>
            <a:custGeom>
              <a:avLst/>
              <a:gdLst>
                <a:gd name="textAreaLeft" fmla="*/ 0 w 1046160"/>
                <a:gd name="textAreaRight" fmla="*/ 1046520 w 1046160"/>
                <a:gd name="textAreaTop" fmla="*/ 0 h 1059120"/>
                <a:gd name="textAreaBottom" fmla="*/ 1059480 h 105912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2" name="Google Shape;1534;p48"/>
            <p:cNvSpPr/>
            <p:nvPr/>
          </p:nvSpPr>
          <p:spPr>
            <a:xfrm>
              <a:off x="189720" y="321840"/>
              <a:ext cx="1046160" cy="1059120"/>
            </a:xfrm>
            <a:custGeom>
              <a:avLst/>
              <a:gdLst>
                <a:gd name="textAreaLeft" fmla="*/ 0 w 1046160"/>
                <a:gd name="textAreaRight" fmla="*/ 1046520 w 1046160"/>
                <a:gd name="textAreaTop" fmla="*/ 0 h 1059120"/>
                <a:gd name="textAreaBottom" fmla="*/ 1059480 h 105912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33" name="Google Shape;1535;p48"/>
            <p:cNvGrpSpPr/>
            <p:nvPr/>
          </p:nvGrpSpPr>
          <p:grpSpPr>
            <a:xfrm>
              <a:off x="136080" y="375480"/>
              <a:ext cx="1044720" cy="1057680"/>
              <a:chOff x="136080" y="375480"/>
              <a:chExt cx="1044720" cy="1057680"/>
            </a:xfrm>
          </p:grpSpPr>
          <p:sp>
            <p:nvSpPr>
              <p:cNvPr id="434" name="Google Shape;1536;p48"/>
              <p:cNvSpPr/>
              <p:nvPr/>
            </p:nvSpPr>
            <p:spPr>
              <a:xfrm>
                <a:off x="136080" y="375480"/>
                <a:ext cx="1044720" cy="1057680"/>
              </a:xfrm>
              <a:custGeom>
                <a:avLst/>
                <a:gdLst>
                  <a:gd name="textAreaLeft" fmla="*/ 0 w 1044720"/>
                  <a:gd name="textAreaRight" fmla="*/ 1045080 w 1044720"/>
                  <a:gd name="textAreaTop" fmla="*/ 0 h 1057680"/>
                  <a:gd name="textAreaBottom" fmla="*/ 1058040 h 105768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1537;p48"/>
              <p:cNvSpPr/>
              <p:nvPr/>
            </p:nvSpPr>
            <p:spPr>
              <a:xfrm>
                <a:off x="136080" y="375480"/>
                <a:ext cx="1044720" cy="91440"/>
              </a:xfrm>
              <a:custGeom>
                <a:avLst/>
                <a:gdLst>
                  <a:gd name="textAreaLeft" fmla="*/ 0 w 1044720"/>
                  <a:gd name="textAreaRight" fmla="*/ 1045080 w 1044720"/>
                  <a:gd name="textAreaTop" fmla="*/ 0 h 91440"/>
                  <a:gd name="textAreaBottom" fmla="*/ 91800 h 9144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36" name="Google Shape;1538;p48"/>
              <p:cNvGrpSpPr/>
              <p:nvPr/>
            </p:nvGrpSpPr>
            <p:grpSpPr>
              <a:xfrm>
                <a:off x="184680" y="410760"/>
                <a:ext cx="135360" cy="33840"/>
                <a:chOff x="184680" y="410760"/>
                <a:chExt cx="135360" cy="33840"/>
              </a:xfrm>
            </p:grpSpPr>
            <p:sp>
              <p:nvSpPr>
                <p:cNvPr id="437" name="Google Shape;1539;p48"/>
                <p:cNvSpPr/>
                <p:nvPr/>
              </p:nvSpPr>
              <p:spPr>
                <a:xfrm>
                  <a:off x="28620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8" name="Google Shape;1540;p48"/>
                <p:cNvSpPr/>
                <p:nvPr/>
              </p:nvSpPr>
              <p:spPr>
                <a:xfrm>
                  <a:off x="23544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9" name="Google Shape;1541;p48"/>
                <p:cNvSpPr/>
                <p:nvPr/>
              </p:nvSpPr>
              <p:spPr>
                <a:xfrm>
                  <a:off x="18468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40" name="Google Shape;1542;p48"/>
            <p:cNvGrpSpPr/>
            <p:nvPr/>
          </p:nvGrpSpPr>
          <p:grpSpPr>
            <a:xfrm>
              <a:off x="280080" y="579600"/>
              <a:ext cx="756720" cy="778320"/>
              <a:chOff x="280080" y="579600"/>
              <a:chExt cx="756720" cy="778320"/>
            </a:xfrm>
          </p:grpSpPr>
          <p:grpSp>
            <p:nvGrpSpPr>
              <p:cNvPr id="441" name="Google Shape;1543;p48"/>
              <p:cNvGrpSpPr/>
              <p:nvPr/>
            </p:nvGrpSpPr>
            <p:grpSpPr>
              <a:xfrm>
                <a:off x="280080" y="1128600"/>
                <a:ext cx="322560" cy="223560"/>
                <a:chOff x="280080" y="1128600"/>
                <a:chExt cx="322560" cy="223560"/>
              </a:xfrm>
            </p:grpSpPr>
            <p:sp>
              <p:nvSpPr>
                <p:cNvPr id="442" name="Google Shape;1544;p48"/>
                <p:cNvSpPr/>
                <p:nvPr/>
              </p:nvSpPr>
              <p:spPr>
                <a:xfrm>
                  <a:off x="280080" y="11286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1545;p48"/>
                <p:cNvSpPr/>
                <p:nvPr/>
              </p:nvSpPr>
              <p:spPr>
                <a:xfrm>
                  <a:off x="417960" y="11286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1546;p48"/>
                <p:cNvSpPr/>
                <p:nvPr/>
              </p:nvSpPr>
              <p:spPr>
                <a:xfrm>
                  <a:off x="525600" y="11286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Google Shape;1547;p48"/>
                <p:cNvSpPr/>
                <p:nvPr/>
              </p:nvSpPr>
              <p:spPr>
                <a:xfrm>
                  <a:off x="342720" y="1194120"/>
                  <a:ext cx="259920" cy="27720"/>
                </a:xfrm>
                <a:custGeom>
                  <a:avLst/>
                  <a:gdLst>
                    <a:gd name="textAreaLeft" fmla="*/ 0 w 259920"/>
                    <a:gd name="textAreaRight" fmla="*/ 260280 w 259920"/>
                    <a:gd name="textAreaTop" fmla="*/ 0 h 27720"/>
                    <a:gd name="textAreaBottom" fmla="*/ 28080 h 277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1548;p48"/>
                <p:cNvSpPr/>
                <p:nvPr/>
              </p:nvSpPr>
              <p:spPr>
                <a:xfrm>
                  <a:off x="280080" y="1194120"/>
                  <a:ext cx="47520" cy="27720"/>
                </a:xfrm>
                <a:custGeom>
                  <a:avLst/>
                  <a:gdLst>
                    <a:gd name="textAreaLeft" fmla="*/ 0 w 47520"/>
                    <a:gd name="textAreaRight" fmla="*/ 47880 w 47520"/>
                    <a:gd name="textAreaTop" fmla="*/ 0 h 27720"/>
                    <a:gd name="textAreaBottom" fmla="*/ 28080 h 277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1549;p48"/>
                <p:cNvSpPr/>
                <p:nvPr/>
              </p:nvSpPr>
              <p:spPr>
                <a:xfrm>
                  <a:off x="423720" y="125928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1550;p48"/>
                <p:cNvSpPr/>
                <p:nvPr/>
              </p:nvSpPr>
              <p:spPr>
                <a:xfrm>
                  <a:off x="558360" y="125928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9" name="Google Shape;1551;p48"/>
                <p:cNvSpPr/>
                <p:nvPr/>
              </p:nvSpPr>
              <p:spPr>
                <a:xfrm>
                  <a:off x="280080" y="125928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0" name="Google Shape;1552;p48"/>
                <p:cNvSpPr/>
                <p:nvPr/>
              </p:nvSpPr>
              <p:spPr>
                <a:xfrm>
                  <a:off x="372960" y="132444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1553;p48"/>
                <p:cNvSpPr/>
                <p:nvPr/>
              </p:nvSpPr>
              <p:spPr>
                <a:xfrm>
                  <a:off x="280080" y="132444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2" name="Google Shape;1554;p48"/>
              <p:cNvGrpSpPr/>
              <p:nvPr/>
            </p:nvGrpSpPr>
            <p:grpSpPr>
              <a:xfrm>
                <a:off x="713880" y="579600"/>
                <a:ext cx="322560" cy="223560"/>
                <a:chOff x="713880" y="579600"/>
                <a:chExt cx="322560" cy="223560"/>
              </a:xfrm>
            </p:grpSpPr>
            <p:sp>
              <p:nvSpPr>
                <p:cNvPr id="453" name="Google Shape;1555;p48"/>
                <p:cNvSpPr/>
                <p:nvPr/>
              </p:nvSpPr>
              <p:spPr>
                <a:xfrm>
                  <a:off x="713880" y="5796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1556;p48"/>
                <p:cNvSpPr/>
                <p:nvPr/>
              </p:nvSpPr>
              <p:spPr>
                <a:xfrm>
                  <a:off x="851760" y="5796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1557;p48"/>
                <p:cNvSpPr/>
                <p:nvPr/>
              </p:nvSpPr>
              <p:spPr>
                <a:xfrm>
                  <a:off x="959400" y="5796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1558;p48"/>
                <p:cNvSpPr/>
                <p:nvPr/>
              </p:nvSpPr>
              <p:spPr>
                <a:xfrm>
                  <a:off x="776520" y="644760"/>
                  <a:ext cx="259920" cy="27720"/>
                </a:xfrm>
                <a:custGeom>
                  <a:avLst/>
                  <a:gdLst>
                    <a:gd name="textAreaLeft" fmla="*/ 0 w 259920"/>
                    <a:gd name="textAreaRight" fmla="*/ 260280 w 259920"/>
                    <a:gd name="textAreaTop" fmla="*/ 0 h 27720"/>
                    <a:gd name="textAreaBottom" fmla="*/ 28080 h 277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1559;p48"/>
                <p:cNvSpPr/>
                <p:nvPr/>
              </p:nvSpPr>
              <p:spPr>
                <a:xfrm>
                  <a:off x="713880" y="644760"/>
                  <a:ext cx="47520" cy="27720"/>
                </a:xfrm>
                <a:custGeom>
                  <a:avLst/>
                  <a:gdLst>
                    <a:gd name="textAreaLeft" fmla="*/ 0 w 47520"/>
                    <a:gd name="textAreaRight" fmla="*/ 47880 w 47520"/>
                    <a:gd name="textAreaTop" fmla="*/ 0 h 27720"/>
                    <a:gd name="textAreaBottom" fmla="*/ 28080 h 277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1560;p48"/>
                <p:cNvSpPr/>
                <p:nvPr/>
              </p:nvSpPr>
              <p:spPr>
                <a:xfrm>
                  <a:off x="857520" y="70992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1561;p48"/>
                <p:cNvSpPr/>
                <p:nvPr/>
              </p:nvSpPr>
              <p:spPr>
                <a:xfrm>
                  <a:off x="992160" y="70992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1562;p48"/>
                <p:cNvSpPr/>
                <p:nvPr/>
              </p:nvSpPr>
              <p:spPr>
                <a:xfrm>
                  <a:off x="713880" y="70992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1563;p48"/>
                <p:cNvSpPr/>
                <p:nvPr/>
              </p:nvSpPr>
              <p:spPr>
                <a:xfrm>
                  <a:off x="806760" y="77544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1564;p48"/>
                <p:cNvSpPr/>
                <p:nvPr/>
              </p:nvSpPr>
              <p:spPr>
                <a:xfrm>
                  <a:off x="713880" y="77544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63" name="Google Shape;1565;p48"/>
              <p:cNvGrpSpPr/>
              <p:nvPr/>
            </p:nvGrpSpPr>
            <p:grpSpPr>
              <a:xfrm>
                <a:off x="713880" y="856800"/>
                <a:ext cx="322560" cy="161280"/>
                <a:chOff x="713880" y="856800"/>
                <a:chExt cx="322560" cy="161280"/>
              </a:xfrm>
            </p:grpSpPr>
            <p:sp>
              <p:nvSpPr>
                <p:cNvPr id="464" name="Google Shape;1566;p48"/>
                <p:cNvSpPr/>
                <p:nvPr/>
              </p:nvSpPr>
              <p:spPr>
                <a:xfrm>
                  <a:off x="713880" y="8568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1567;p48"/>
                <p:cNvSpPr/>
                <p:nvPr/>
              </p:nvSpPr>
              <p:spPr>
                <a:xfrm>
                  <a:off x="851760" y="8568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6" name="Google Shape;1568;p48"/>
                <p:cNvSpPr/>
                <p:nvPr/>
              </p:nvSpPr>
              <p:spPr>
                <a:xfrm>
                  <a:off x="959400" y="8568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569;p48"/>
                <p:cNvSpPr/>
                <p:nvPr/>
              </p:nvSpPr>
              <p:spPr>
                <a:xfrm>
                  <a:off x="857520" y="92520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8" name="Google Shape;1570;p48"/>
                <p:cNvSpPr/>
                <p:nvPr/>
              </p:nvSpPr>
              <p:spPr>
                <a:xfrm>
                  <a:off x="992160" y="92520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9" name="Google Shape;1571;p48"/>
                <p:cNvSpPr/>
                <p:nvPr/>
              </p:nvSpPr>
              <p:spPr>
                <a:xfrm>
                  <a:off x="713880" y="92520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0" name="Google Shape;1572;p48"/>
                <p:cNvSpPr/>
                <p:nvPr/>
              </p:nvSpPr>
              <p:spPr>
                <a:xfrm>
                  <a:off x="806760" y="99036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1" name="Google Shape;1573;p48"/>
                <p:cNvSpPr/>
                <p:nvPr/>
              </p:nvSpPr>
              <p:spPr>
                <a:xfrm>
                  <a:off x="713880" y="99036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72" name="Google Shape;1574;p48"/>
              <p:cNvSpPr/>
              <p:nvPr/>
            </p:nvSpPr>
            <p:spPr>
              <a:xfrm>
                <a:off x="713880" y="1124280"/>
                <a:ext cx="322920" cy="233640"/>
              </a:xfrm>
              <a:custGeom>
                <a:avLst/>
                <a:gdLst>
                  <a:gd name="textAreaLeft" fmla="*/ 0 w 322920"/>
                  <a:gd name="textAreaRight" fmla="*/ 323280 w 322920"/>
                  <a:gd name="textAreaTop" fmla="*/ 0 h 233640"/>
                  <a:gd name="textAreaBottom" fmla="*/ 234000 h 2336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1575;p48"/>
              <p:cNvSpPr/>
              <p:nvPr/>
            </p:nvSpPr>
            <p:spPr>
              <a:xfrm>
                <a:off x="280080" y="582480"/>
                <a:ext cx="322920" cy="434520"/>
              </a:xfrm>
              <a:custGeom>
                <a:avLst/>
                <a:gdLst>
                  <a:gd name="textAreaLeft" fmla="*/ 0 w 322920"/>
                  <a:gd name="textAreaRight" fmla="*/ 323280 w 322920"/>
                  <a:gd name="textAreaTop" fmla="*/ 0 h 434520"/>
                  <a:gd name="textAreaBottom" fmla="*/ 434880 h 43452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74" name="Google Shape;1576;p48"/>
            <p:cNvGrpSpPr/>
            <p:nvPr/>
          </p:nvGrpSpPr>
          <p:grpSpPr>
            <a:xfrm>
              <a:off x="230400" y="546840"/>
              <a:ext cx="415800" cy="506520"/>
              <a:chOff x="230400" y="546840"/>
              <a:chExt cx="415800" cy="506520"/>
            </a:xfrm>
          </p:grpSpPr>
          <p:grpSp>
            <p:nvGrpSpPr>
              <p:cNvPr id="475" name="Google Shape;1577;p48"/>
              <p:cNvGrpSpPr/>
              <p:nvPr/>
            </p:nvGrpSpPr>
            <p:grpSpPr>
              <a:xfrm>
                <a:off x="241560" y="558000"/>
                <a:ext cx="398520" cy="489240"/>
                <a:chOff x="241560" y="558000"/>
                <a:chExt cx="398520" cy="489240"/>
              </a:xfrm>
            </p:grpSpPr>
            <p:sp>
              <p:nvSpPr>
                <p:cNvPr id="476" name="Google Shape;1578;p48"/>
                <p:cNvSpPr/>
                <p:nvPr/>
              </p:nvSpPr>
              <p:spPr>
                <a:xfrm>
                  <a:off x="248400" y="1042560"/>
                  <a:ext cx="372960" cy="4680"/>
                </a:xfrm>
                <a:custGeom>
                  <a:avLst/>
                  <a:gdLst>
                    <a:gd name="textAreaLeft" fmla="*/ 0 w 372960"/>
                    <a:gd name="textAreaRight" fmla="*/ 373320 w 372960"/>
                    <a:gd name="textAreaTop" fmla="*/ 0 h 4680"/>
                    <a:gd name="textAreaBottom" fmla="*/ 5040 h 4680"/>
                  </a:gdLst>
                  <a:ahLst/>
                  <a:cxnLst/>
                  <a:rect l="textAreaLeft" t="textAreaTop" r="textAreaRight" b="textAreaBottom"/>
                  <a:pathLst>
                    <a:path w="700277" h="9525">
                      <a:moveTo>
                        <a:pt x="700278" y="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579;p48"/>
                <p:cNvSpPr/>
                <p:nvPr/>
              </p:nvSpPr>
              <p:spPr>
                <a:xfrm>
                  <a:off x="241560" y="564480"/>
                  <a:ext cx="4680" cy="464040"/>
                </a:xfrm>
                <a:custGeom>
                  <a:avLst/>
                  <a:gdLst>
                    <a:gd name="textAreaLeft" fmla="*/ 0 w 4680"/>
                    <a:gd name="textAreaRight" fmla="*/ 5040 w 4680"/>
                    <a:gd name="textAreaTop" fmla="*/ 0 h 464040"/>
                    <a:gd name="textAreaBottom" fmla="*/ 464400 h 464040"/>
                  </a:gdLst>
                  <a:ahLst/>
                  <a:cxnLst/>
                  <a:rect l="textAreaLeft" t="textAreaTop" r="textAreaRight" b="textAreaBottom"/>
                  <a:pathLst>
                    <a:path w="9525" h="870680">
                      <a:moveTo>
                        <a:pt x="0" y="870680"/>
                      </a:moveTo>
                      <a:lnTo>
                        <a:pt x="0"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1580;p48"/>
                <p:cNvSpPr/>
                <p:nvPr/>
              </p:nvSpPr>
              <p:spPr>
                <a:xfrm>
                  <a:off x="255240" y="558000"/>
                  <a:ext cx="372960" cy="4680"/>
                </a:xfrm>
                <a:custGeom>
                  <a:avLst/>
                  <a:gdLst>
                    <a:gd name="textAreaLeft" fmla="*/ 0 w 372960"/>
                    <a:gd name="textAreaRight" fmla="*/ 373320 w 372960"/>
                    <a:gd name="textAreaTop" fmla="*/ 0 h 4680"/>
                    <a:gd name="textAreaBottom" fmla="*/ 5040 h 4680"/>
                  </a:gdLst>
                  <a:ahLst/>
                  <a:cxnLst/>
                  <a:rect l="textAreaLeft" t="textAreaTop" r="textAreaRight" b="textAreaBottom"/>
                  <a:pathLst>
                    <a:path w="700277" h="9525">
                      <a:moveTo>
                        <a:pt x="0" y="0"/>
                      </a:moveTo>
                      <a:lnTo>
                        <a:pt x="700278" y="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1581;p48"/>
                <p:cNvSpPr/>
                <p:nvPr/>
              </p:nvSpPr>
              <p:spPr>
                <a:xfrm>
                  <a:off x="635400" y="571320"/>
                  <a:ext cx="4680" cy="464040"/>
                </a:xfrm>
                <a:custGeom>
                  <a:avLst/>
                  <a:gdLst>
                    <a:gd name="textAreaLeft" fmla="*/ 0 w 4680"/>
                    <a:gd name="textAreaRight" fmla="*/ 5040 w 4680"/>
                    <a:gd name="textAreaTop" fmla="*/ 0 h 464040"/>
                    <a:gd name="textAreaBottom" fmla="*/ 464400 h 464040"/>
                  </a:gdLst>
                  <a:ahLst/>
                  <a:cxnLst/>
                  <a:rect l="textAreaLeft" t="textAreaTop" r="textAreaRight" b="textAreaBottom"/>
                  <a:pathLst>
                    <a:path w="9525" h="870680">
                      <a:moveTo>
                        <a:pt x="0" y="0"/>
                      </a:moveTo>
                      <a:lnTo>
                        <a:pt x="0" y="870680"/>
                      </a:lnTo>
                    </a:path>
                  </a:pathLst>
                </a:custGeom>
                <a:solidFill>
                  <a:schemeClr val="dk1"/>
                </a:solidFill>
                <a:ln w="12750" cap="rnd">
                  <a:solidFill>
                    <a:srgbClr val="35363B"/>
                  </a:solidFill>
                  <a:prstDash val="dashDot"/>
                  <a:miter/>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0" name="Google Shape;1582;p48"/>
              <p:cNvGrpSpPr/>
              <p:nvPr/>
            </p:nvGrpSpPr>
            <p:grpSpPr>
              <a:xfrm>
                <a:off x="230400" y="546840"/>
                <a:ext cx="415800" cy="506520"/>
                <a:chOff x="230400" y="546840"/>
                <a:chExt cx="415800" cy="506520"/>
              </a:xfrm>
            </p:grpSpPr>
            <p:grpSp>
              <p:nvGrpSpPr>
                <p:cNvPr id="481" name="Google Shape;1583;p48"/>
                <p:cNvGrpSpPr/>
                <p:nvPr/>
              </p:nvGrpSpPr>
              <p:grpSpPr>
                <a:xfrm>
                  <a:off x="230400" y="546840"/>
                  <a:ext cx="415800" cy="21960"/>
                  <a:chOff x="230400" y="546840"/>
                  <a:chExt cx="415800" cy="21960"/>
                </a:xfrm>
              </p:grpSpPr>
              <p:sp>
                <p:nvSpPr>
                  <p:cNvPr id="482" name="Google Shape;1584;p48"/>
                  <p:cNvSpPr/>
                  <p:nvPr/>
                </p:nvSpPr>
                <p:spPr>
                  <a:xfrm>
                    <a:off x="23040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585;p48"/>
                  <p:cNvSpPr/>
                  <p:nvPr/>
                </p:nvSpPr>
                <p:spPr>
                  <a:xfrm>
                    <a:off x="42732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1586;p48"/>
                  <p:cNvSpPr/>
                  <p:nvPr/>
                </p:nvSpPr>
                <p:spPr>
                  <a:xfrm>
                    <a:off x="62424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5" name="Google Shape;1587;p48"/>
                <p:cNvGrpSpPr/>
                <p:nvPr/>
              </p:nvGrpSpPr>
              <p:grpSpPr>
                <a:xfrm>
                  <a:off x="230400" y="789120"/>
                  <a:ext cx="415800" cy="21960"/>
                  <a:chOff x="230400" y="789120"/>
                  <a:chExt cx="415800" cy="21960"/>
                </a:xfrm>
              </p:grpSpPr>
              <p:sp>
                <p:nvSpPr>
                  <p:cNvPr id="486" name="Google Shape;1588;p48"/>
                  <p:cNvSpPr/>
                  <p:nvPr/>
                </p:nvSpPr>
                <p:spPr>
                  <a:xfrm>
                    <a:off x="230400" y="78912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1589;p48"/>
                  <p:cNvSpPr/>
                  <p:nvPr/>
                </p:nvSpPr>
                <p:spPr>
                  <a:xfrm>
                    <a:off x="624240" y="78912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8" name="Google Shape;1590;p48"/>
                <p:cNvGrpSpPr/>
                <p:nvPr/>
              </p:nvGrpSpPr>
              <p:grpSpPr>
                <a:xfrm>
                  <a:off x="230400" y="1031400"/>
                  <a:ext cx="415800" cy="21960"/>
                  <a:chOff x="230400" y="1031400"/>
                  <a:chExt cx="415800" cy="21960"/>
                </a:xfrm>
              </p:grpSpPr>
              <p:sp>
                <p:nvSpPr>
                  <p:cNvPr id="489" name="Google Shape;1591;p48"/>
                  <p:cNvSpPr/>
                  <p:nvPr/>
                </p:nvSpPr>
                <p:spPr>
                  <a:xfrm>
                    <a:off x="23040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1592;p48"/>
                  <p:cNvSpPr/>
                  <p:nvPr/>
                </p:nvSpPr>
                <p:spPr>
                  <a:xfrm>
                    <a:off x="42732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1593;p48"/>
                  <p:cNvSpPr/>
                  <p:nvPr/>
                </p:nvSpPr>
                <p:spPr>
                  <a:xfrm>
                    <a:off x="62424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nvGrpSpPr>
            <p:cNvPr id="492" name="Google Shape;1594;p48"/>
            <p:cNvGrpSpPr/>
            <p:nvPr/>
          </p:nvGrpSpPr>
          <p:grpSpPr>
            <a:xfrm>
              <a:off x="456480" y="928080"/>
              <a:ext cx="136440" cy="79560"/>
              <a:chOff x="456480" y="928080"/>
              <a:chExt cx="136440" cy="79560"/>
            </a:xfrm>
          </p:grpSpPr>
          <p:sp>
            <p:nvSpPr>
              <p:cNvPr id="493" name="Google Shape;1595;p48"/>
              <p:cNvSpPr/>
              <p:nvPr/>
            </p:nvSpPr>
            <p:spPr>
              <a:xfrm>
                <a:off x="456480" y="928080"/>
                <a:ext cx="136440" cy="79560"/>
              </a:xfrm>
              <a:custGeom>
                <a:avLst/>
                <a:gdLst>
                  <a:gd name="textAreaLeft" fmla="*/ 0 w 136440"/>
                  <a:gd name="textAreaRight" fmla="*/ 136800 w 136440"/>
                  <a:gd name="textAreaTop" fmla="*/ 0 h 79560"/>
                  <a:gd name="textAreaBottom" fmla="*/ 79920 h 795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94" name="Google Shape;1596;p48"/>
              <p:cNvGrpSpPr/>
              <p:nvPr/>
            </p:nvGrpSpPr>
            <p:grpSpPr>
              <a:xfrm>
                <a:off x="475200" y="942120"/>
                <a:ext cx="97560" cy="52560"/>
                <a:chOff x="475200" y="942120"/>
                <a:chExt cx="97560" cy="52560"/>
              </a:xfrm>
            </p:grpSpPr>
            <p:grpSp>
              <p:nvGrpSpPr>
                <p:cNvPr id="495" name="Google Shape;1597;p48"/>
                <p:cNvGrpSpPr/>
                <p:nvPr/>
              </p:nvGrpSpPr>
              <p:grpSpPr>
                <a:xfrm>
                  <a:off x="522360" y="943200"/>
                  <a:ext cx="50400" cy="50040"/>
                  <a:chOff x="522360" y="943200"/>
                  <a:chExt cx="50400" cy="50040"/>
                </a:xfrm>
              </p:grpSpPr>
              <p:sp>
                <p:nvSpPr>
                  <p:cNvPr id="496" name="Google Shape;1598;p48"/>
                  <p:cNvSpPr/>
                  <p:nvPr/>
                </p:nvSpPr>
                <p:spPr>
                  <a:xfrm>
                    <a:off x="522360" y="970920"/>
                    <a:ext cx="22320" cy="22320"/>
                  </a:xfrm>
                  <a:custGeom>
                    <a:avLst/>
                    <a:gdLst>
                      <a:gd name="textAreaLeft" fmla="*/ 0 w 22320"/>
                      <a:gd name="textAreaRight" fmla="*/ 22680 w 22320"/>
                      <a:gd name="textAreaTop" fmla="*/ 0 h 22320"/>
                      <a:gd name="textAreaBottom" fmla="*/ 22680 h 2232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1599;p48"/>
                  <p:cNvSpPr/>
                  <p:nvPr/>
                </p:nvSpPr>
                <p:spPr>
                  <a:xfrm>
                    <a:off x="538200" y="943200"/>
                    <a:ext cx="34560" cy="34560"/>
                  </a:xfrm>
                  <a:custGeom>
                    <a:avLst/>
                    <a:gdLst>
                      <a:gd name="textAreaLeft" fmla="*/ 0 w 34560"/>
                      <a:gd name="textAreaRight" fmla="*/ 34920 w 34560"/>
                      <a:gd name="textAreaTop" fmla="*/ 0 h 34560"/>
                      <a:gd name="textAreaBottom" fmla="*/ 34920 h 3456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98" name="Google Shape;1600;p48"/>
                <p:cNvGrpSpPr/>
                <p:nvPr/>
              </p:nvGrpSpPr>
              <p:grpSpPr>
                <a:xfrm>
                  <a:off x="475200" y="942120"/>
                  <a:ext cx="52200" cy="52560"/>
                  <a:chOff x="475200" y="942120"/>
                  <a:chExt cx="52200" cy="52560"/>
                </a:xfrm>
              </p:grpSpPr>
              <p:sp>
                <p:nvSpPr>
                  <p:cNvPr id="499" name="Google Shape;1601;p48"/>
                  <p:cNvSpPr/>
                  <p:nvPr/>
                </p:nvSpPr>
                <p:spPr>
                  <a:xfrm>
                    <a:off x="475200" y="942120"/>
                    <a:ext cx="52200" cy="52560"/>
                  </a:xfrm>
                  <a:custGeom>
                    <a:avLst/>
                    <a:gdLst>
                      <a:gd name="textAreaLeft" fmla="*/ 0 w 52200"/>
                      <a:gd name="textAreaRight" fmla="*/ 52560 w 52200"/>
                      <a:gd name="textAreaTop" fmla="*/ 0 h 52560"/>
                      <a:gd name="textAreaBottom" fmla="*/ 52920 h 5256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26280" bIns="26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0" name="Google Shape;1602;p48"/>
                  <p:cNvSpPr/>
                  <p:nvPr/>
                </p:nvSpPr>
                <p:spPr>
                  <a:xfrm>
                    <a:off x="496800" y="964800"/>
                    <a:ext cx="7920" cy="7920"/>
                  </a:xfrm>
                  <a:custGeom>
                    <a:avLst/>
                    <a:gdLst>
                      <a:gd name="textAreaLeft" fmla="*/ 0 w 7920"/>
                      <a:gd name="textAreaRight" fmla="*/ 8280 w 7920"/>
                      <a:gd name="textAreaTop" fmla="*/ 0 h 7920"/>
                      <a:gd name="textAreaBottom" fmla="*/ 8280 h 792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3960" bIns="3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grpSp>
      <p:grpSp>
        <p:nvGrpSpPr>
          <p:cNvPr id="501" name="Google Shape;1603;p48"/>
          <p:cNvGrpSpPr/>
          <p:nvPr/>
        </p:nvGrpSpPr>
        <p:grpSpPr>
          <a:xfrm>
            <a:off x="8107920" y="3797640"/>
            <a:ext cx="645120" cy="1166400"/>
            <a:chOff x="8107920" y="3797640"/>
            <a:chExt cx="645120" cy="1166400"/>
          </a:xfrm>
        </p:grpSpPr>
        <p:grpSp>
          <p:nvGrpSpPr>
            <p:cNvPr id="502" name="Google Shape;1604;p48"/>
            <p:cNvGrpSpPr/>
            <p:nvPr/>
          </p:nvGrpSpPr>
          <p:grpSpPr>
            <a:xfrm>
              <a:off x="8107920" y="3797640"/>
              <a:ext cx="645120" cy="1166400"/>
              <a:chOff x="8107920" y="3797640"/>
              <a:chExt cx="645120" cy="1166400"/>
            </a:xfrm>
          </p:grpSpPr>
          <p:grpSp>
            <p:nvGrpSpPr>
              <p:cNvPr id="503" name="Google Shape;1605;p48"/>
              <p:cNvGrpSpPr/>
              <p:nvPr/>
            </p:nvGrpSpPr>
            <p:grpSpPr>
              <a:xfrm>
                <a:off x="8107920" y="3797640"/>
                <a:ext cx="645120" cy="1166400"/>
                <a:chOff x="8107920" y="3797640"/>
                <a:chExt cx="645120" cy="1166400"/>
              </a:xfrm>
            </p:grpSpPr>
            <p:sp>
              <p:nvSpPr>
                <p:cNvPr id="504" name="Google Shape;1606;p48"/>
                <p:cNvSpPr/>
                <p:nvPr/>
              </p:nvSpPr>
              <p:spPr>
                <a:xfrm>
                  <a:off x="8107920" y="379764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1607;p48"/>
                <p:cNvSpPr/>
                <p:nvPr/>
              </p:nvSpPr>
              <p:spPr>
                <a:xfrm>
                  <a:off x="8344440" y="383400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06" name="Google Shape;1608;p48"/>
              <p:cNvSpPr/>
              <p:nvPr/>
            </p:nvSpPr>
            <p:spPr>
              <a:xfrm>
                <a:off x="8153640" y="394272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07" name="Google Shape;1609;p48"/>
              <p:cNvGrpSpPr/>
              <p:nvPr/>
            </p:nvGrpSpPr>
            <p:grpSpPr>
              <a:xfrm>
                <a:off x="8218080" y="4421880"/>
                <a:ext cx="425160" cy="172440"/>
                <a:chOff x="8218080" y="4421880"/>
                <a:chExt cx="425160" cy="172440"/>
              </a:xfrm>
            </p:grpSpPr>
            <p:grpSp>
              <p:nvGrpSpPr>
                <p:cNvPr id="508" name="Google Shape;1610;p48"/>
                <p:cNvGrpSpPr/>
                <p:nvPr/>
              </p:nvGrpSpPr>
              <p:grpSpPr>
                <a:xfrm>
                  <a:off x="8218080" y="4421880"/>
                  <a:ext cx="425160" cy="172440"/>
                  <a:chOff x="8218080" y="4421880"/>
                  <a:chExt cx="425160" cy="172440"/>
                </a:xfrm>
              </p:grpSpPr>
              <p:grpSp>
                <p:nvGrpSpPr>
                  <p:cNvPr id="509" name="Google Shape;1611;p48"/>
                  <p:cNvGrpSpPr/>
                  <p:nvPr/>
                </p:nvGrpSpPr>
                <p:grpSpPr>
                  <a:xfrm>
                    <a:off x="8218080" y="4421880"/>
                    <a:ext cx="425160" cy="71640"/>
                    <a:chOff x="8218080" y="4421880"/>
                    <a:chExt cx="425160" cy="71640"/>
                  </a:xfrm>
                </p:grpSpPr>
                <p:sp>
                  <p:nvSpPr>
                    <p:cNvPr id="510" name="Google Shape;1612;p48"/>
                    <p:cNvSpPr/>
                    <p:nvPr/>
                  </p:nvSpPr>
                  <p:spPr>
                    <a:xfrm>
                      <a:off x="8218080" y="442188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1" name="Google Shape;1613;p48"/>
                    <p:cNvSpPr/>
                    <p:nvPr/>
                  </p:nvSpPr>
                  <p:spPr>
                    <a:xfrm>
                      <a:off x="8232120" y="443556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12" name="Google Shape;1614;p48"/>
                  <p:cNvGrpSpPr/>
                  <p:nvPr/>
                </p:nvGrpSpPr>
                <p:grpSpPr>
                  <a:xfrm>
                    <a:off x="8218080" y="4522680"/>
                    <a:ext cx="425160" cy="71640"/>
                    <a:chOff x="8218080" y="4522680"/>
                    <a:chExt cx="425160" cy="71640"/>
                  </a:xfrm>
                </p:grpSpPr>
                <p:sp>
                  <p:nvSpPr>
                    <p:cNvPr id="513" name="Google Shape;1615;p48"/>
                    <p:cNvSpPr/>
                    <p:nvPr/>
                  </p:nvSpPr>
                  <p:spPr>
                    <a:xfrm>
                      <a:off x="8218080" y="452268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6000" bIns="36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4" name="Google Shape;1616;p48"/>
                    <p:cNvSpPr/>
                    <p:nvPr/>
                  </p:nvSpPr>
                  <p:spPr>
                    <a:xfrm>
                      <a:off x="8232120" y="453636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800" bIns="28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15" name="Google Shape;1617;p48"/>
                <p:cNvGrpSpPr/>
                <p:nvPr/>
              </p:nvGrpSpPr>
              <p:grpSpPr>
                <a:xfrm>
                  <a:off x="8341560" y="4457520"/>
                  <a:ext cx="194400" cy="16200"/>
                  <a:chOff x="8341560" y="4457520"/>
                  <a:chExt cx="194400" cy="16200"/>
                </a:xfrm>
              </p:grpSpPr>
              <p:sp>
                <p:nvSpPr>
                  <p:cNvPr id="516" name="Google Shape;1618;p48"/>
                  <p:cNvSpPr/>
                  <p:nvPr/>
                </p:nvSpPr>
                <p:spPr>
                  <a:xfrm>
                    <a:off x="834156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1619;p48"/>
                  <p:cNvSpPr/>
                  <p:nvPr/>
                </p:nvSpPr>
                <p:spPr>
                  <a:xfrm>
                    <a:off x="838620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1620;p48"/>
                  <p:cNvSpPr/>
                  <p:nvPr/>
                </p:nvSpPr>
                <p:spPr>
                  <a:xfrm>
                    <a:off x="843084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1621;p48"/>
                  <p:cNvSpPr/>
                  <p:nvPr/>
                </p:nvSpPr>
                <p:spPr>
                  <a:xfrm>
                    <a:off x="847512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1622;p48"/>
                  <p:cNvSpPr/>
                  <p:nvPr/>
                </p:nvSpPr>
                <p:spPr>
                  <a:xfrm>
                    <a:off x="851976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1" name="Google Shape;1623;p48"/>
                <p:cNvGrpSpPr/>
                <p:nvPr/>
              </p:nvGrpSpPr>
              <p:grpSpPr>
                <a:xfrm>
                  <a:off x="8341560" y="4554000"/>
                  <a:ext cx="194400" cy="16200"/>
                  <a:chOff x="8341560" y="4554000"/>
                  <a:chExt cx="194400" cy="16200"/>
                </a:xfrm>
              </p:grpSpPr>
              <p:sp>
                <p:nvSpPr>
                  <p:cNvPr id="522" name="Google Shape;1624;p48"/>
                  <p:cNvSpPr/>
                  <p:nvPr/>
                </p:nvSpPr>
                <p:spPr>
                  <a:xfrm>
                    <a:off x="834156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3" name="Google Shape;1625;p48"/>
                  <p:cNvSpPr/>
                  <p:nvPr/>
                </p:nvSpPr>
                <p:spPr>
                  <a:xfrm>
                    <a:off x="838620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4" name="Google Shape;1626;p48"/>
                  <p:cNvSpPr/>
                  <p:nvPr/>
                </p:nvSpPr>
                <p:spPr>
                  <a:xfrm>
                    <a:off x="843084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1627;p48"/>
                  <p:cNvSpPr/>
                  <p:nvPr/>
                </p:nvSpPr>
                <p:spPr>
                  <a:xfrm>
                    <a:off x="847512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6" name="Google Shape;1628;p48"/>
                  <p:cNvSpPr/>
                  <p:nvPr/>
                </p:nvSpPr>
                <p:spPr>
                  <a:xfrm>
                    <a:off x="851976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8280" bIns="8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27" name="Google Shape;1629;p48"/>
              <p:cNvGrpSpPr/>
              <p:nvPr/>
            </p:nvGrpSpPr>
            <p:grpSpPr>
              <a:xfrm>
                <a:off x="8288640" y="4054680"/>
                <a:ext cx="283680" cy="283680"/>
                <a:chOff x="8288640" y="4054680"/>
                <a:chExt cx="283680" cy="283680"/>
              </a:xfrm>
            </p:grpSpPr>
            <p:sp>
              <p:nvSpPr>
                <p:cNvPr id="528" name="Google Shape;1630;p48"/>
                <p:cNvSpPr/>
                <p:nvPr/>
              </p:nvSpPr>
              <p:spPr>
                <a:xfrm>
                  <a:off x="8288640" y="405468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1631;p48"/>
                <p:cNvSpPr/>
                <p:nvPr/>
              </p:nvSpPr>
              <p:spPr>
                <a:xfrm>
                  <a:off x="8319600" y="410544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30" name="Google Shape;1632;p48"/>
            <p:cNvSpPr/>
            <p:nvPr/>
          </p:nvSpPr>
          <p:spPr>
            <a:xfrm>
              <a:off x="8344440" y="48607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721</Words>
  <Application>Microsoft Office PowerPoint</Application>
  <PresentationFormat>On-screen Show (16:9)</PresentationFormat>
  <Paragraphs>64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Epilogue</vt:lpstr>
      <vt:lpstr>Lato</vt:lpstr>
      <vt:lpstr>Open Sans</vt:lpstr>
      <vt:lpstr>OpenSymbol</vt:lpstr>
      <vt:lpstr>Symbol</vt:lpstr>
      <vt:lpstr>Wingdings</vt:lpstr>
      <vt:lpstr>Multimedia Software Pitch Deck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pavani pullagura</cp:lastModifiedBy>
  <cp:revision>1</cp:revision>
  <dcterms:modified xsi:type="dcterms:W3CDTF">2026-09-23T02:22:52Z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2026-09-23T02:22:25Z</dcterms:created>
  <dc:creator>Slidesgo AI</dc:creator>
  <dc:description/>
  <dc:language>en-US</dc:language>
  <cp:lastModifiedBy>Unknown Creator</cp:lastModifiedBy>
  <dcterms:modified xsi:type="dcterms:W3CDTF">2026-09-23T02:22:25Z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a2cfb6ad-1e48-4b4b-a728-4e5d1f7b4095</vt:lpwstr>
  </property>
</Properties>
</file>